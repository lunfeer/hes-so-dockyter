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</p:sldMasterIdLst>
  <p:notesMasterIdLst>
    <p:notesMasterId r:id="rId9"/>
  </p:notesMasterIdLst>
  <p:sldIdLst>
    <p:sldId id="256" r:id="rId2"/>
    <p:sldId id="258" r:id="rId3"/>
    <p:sldId id="257" r:id="rId4"/>
    <p:sldId id="282" r:id="rId5"/>
    <p:sldId id="271" r:id="rId6"/>
    <p:sldId id="280" r:id="rId7"/>
    <p:sldId id="281" r:id="rId8"/>
  </p:sldIdLst>
  <p:sldSz cx="9144000" cy="5143500" type="screen16x9"/>
  <p:notesSz cx="6858000" cy="9144000"/>
  <p:embeddedFontLst>
    <p:embeddedFont>
      <p:font typeface="Advent Pro SemiBold" panose="020B0604020202020204" charset="0"/>
      <p:regular r:id="rId10"/>
      <p:bold r:id="rId11"/>
    </p:embeddedFont>
    <p:embeddedFont>
      <p:font typeface="Fira Sans Extra Condensed Medium" panose="020B0604020202020204" charset="0"/>
      <p:regular r:id="rId12"/>
      <p:bold r:id="rId13"/>
      <p:italic r:id="rId14"/>
      <p:boldItalic r:id="rId15"/>
    </p:embeddedFont>
    <p:embeddedFont>
      <p:font typeface="Livvic Light" pitchFamily="2" charset="0"/>
      <p:regular r:id="rId16"/>
      <p:italic r:id="rId17"/>
    </p:embeddedFont>
    <p:embeddedFont>
      <p:font typeface="Maven Pro" panose="020B0604020202020204" charset="0"/>
      <p:regular r:id="rId18"/>
      <p:bold r:id="rId19"/>
    </p:embeddedFont>
    <p:embeddedFont>
      <p:font typeface="Nunito Light" pitchFamily="2" charset="0"/>
      <p:regular r:id="rId20"/>
      <p:italic r:id="rId21"/>
    </p:embeddedFont>
    <p:embeddedFont>
      <p:font typeface="Roboto Condensed" panose="02000000000000000000" pitchFamily="2" charset="0"/>
      <p:regular r:id="rId22"/>
      <p:bold r:id="rId23"/>
      <p:italic r:id="rId24"/>
      <p:boldItalic r:id="rId25"/>
    </p:embeddedFont>
    <p:embeddedFont>
      <p:font typeface="Share Tech" panose="020B0604020202020204" charset="0"/>
      <p:regular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93B3CE9-5B53-482A-8B6A-324356E59256}">
  <a:tblStyle styleId="{A93B3CE9-5B53-482A-8B6A-324356E5925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font" Target="fonts/font9.fntdata"/><Relationship Id="rId26" Type="http://schemas.openxmlformats.org/officeDocument/2006/relationships/font" Target="fonts/font17.fntdata"/><Relationship Id="rId3" Type="http://schemas.openxmlformats.org/officeDocument/2006/relationships/slide" Target="slides/slide2.xml"/><Relationship Id="rId21" Type="http://schemas.openxmlformats.org/officeDocument/2006/relationships/font" Target="fonts/font12.fntdata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5" Type="http://schemas.openxmlformats.org/officeDocument/2006/relationships/font" Target="fonts/font16.fntdata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font" Target="fonts/font11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24" Type="http://schemas.openxmlformats.org/officeDocument/2006/relationships/font" Target="fonts/font15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23" Type="http://schemas.openxmlformats.org/officeDocument/2006/relationships/font" Target="fonts/font14.fntdata"/><Relationship Id="rId28" Type="http://schemas.openxmlformats.org/officeDocument/2006/relationships/viewProps" Target="viewProps.xml"/><Relationship Id="rId10" Type="http://schemas.openxmlformats.org/officeDocument/2006/relationships/font" Target="fonts/font1.fntdata"/><Relationship Id="rId19" Type="http://schemas.openxmlformats.org/officeDocument/2006/relationships/font" Target="fonts/font10.fntdata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Relationship Id="rId22" Type="http://schemas.openxmlformats.org/officeDocument/2006/relationships/font" Target="fonts/font13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g6c52a2e8d8_0_1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432" name="Google Shape;432;g6c52a2e8d8_0_1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6c4305b01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469" name="Google Shape;469;g6c4305b01e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g6c60e245bf_1_318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463" name="Google Shape;463;g6c60e245bf_1_318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1">
          <a:extLst>
            <a:ext uri="{FF2B5EF4-FFF2-40B4-BE49-F238E27FC236}">
              <a16:creationId xmlns:a16="http://schemas.microsoft.com/office/drawing/2014/main" id="{D1DE13DE-11DB-02D1-3C55-C4F430307D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g6c60e245bf_1_31874:notes">
            <a:extLst>
              <a:ext uri="{FF2B5EF4-FFF2-40B4-BE49-F238E27FC236}">
                <a16:creationId xmlns:a16="http://schemas.microsoft.com/office/drawing/2014/main" id="{30B366E9-D903-E3AB-43C7-B3C26DCD6D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463" name="Google Shape;463;g6c60e245bf_1_31874:notes">
            <a:extLst>
              <a:ext uri="{FF2B5EF4-FFF2-40B4-BE49-F238E27FC236}">
                <a16:creationId xmlns:a16="http://schemas.microsoft.com/office/drawing/2014/main" id="{A8446BC2-4E6A-5BC4-F36C-8A121695B24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9069290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g6c60e245bf_1_318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463" name="Google Shape;463;g6c60e245bf_1_318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6460052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g6c60e245bf_1_318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463" name="Google Shape;463;g6c60e245bf_1_318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4575279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g6c60e245bf_1_318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463" name="Google Shape;463;g6c60e245bf_1_318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914166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561650" y="751888"/>
            <a:ext cx="60207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2924250" y="2804488"/>
            <a:ext cx="32955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1060456" y="1158638"/>
            <a:ext cx="121198" cy="121434"/>
          </a:xfrm>
          <a:custGeom>
            <a:avLst/>
            <a:gdLst/>
            <a:ahLst/>
            <a:cxnLst/>
            <a:rect l="l" t="t" r="r" b="b"/>
            <a:pathLst>
              <a:path w="4625" h="4634" extrusionOk="0">
                <a:moveTo>
                  <a:pt x="1" y="0"/>
                </a:moveTo>
                <a:lnTo>
                  <a:pt x="1" y="4633"/>
                </a:lnTo>
                <a:lnTo>
                  <a:pt x="4625" y="4633"/>
                </a:lnTo>
                <a:lnTo>
                  <a:pt x="4625" y="0"/>
                </a:lnTo>
                <a:close/>
              </a:path>
            </a:pathLst>
          </a:custGeom>
          <a:solidFill>
            <a:srgbClr val="E898A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7799740" y="916059"/>
            <a:ext cx="121434" cy="121434"/>
          </a:xfrm>
          <a:custGeom>
            <a:avLst/>
            <a:gdLst/>
            <a:ahLst/>
            <a:cxnLst/>
            <a:rect l="l" t="t" r="r" b="b"/>
            <a:pathLst>
              <a:path w="4634" h="4634" extrusionOk="0">
                <a:moveTo>
                  <a:pt x="0" y="1"/>
                </a:moveTo>
                <a:lnTo>
                  <a:pt x="0" y="4634"/>
                </a:lnTo>
                <a:lnTo>
                  <a:pt x="4633" y="4634"/>
                </a:lnTo>
                <a:lnTo>
                  <a:pt x="4633" y="1"/>
                </a:lnTo>
                <a:close/>
              </a:path>
            </a:pathLst>
          </a:custGeom>
          <a:solidFill>
            <a:srgbClr val="E898A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5257933" y="2452405"/>
            <a:ext cx="57599" cy="57599"/>
          </a:xfrm>
          <a:custGeom>
            <a:avLst/>
            <a:gdLst/>
            <a:ahLst/>
            <a:cxnLst/>
            <a:rect l="l" t="t" r="r" b="b"/>
            <a:pathLst>
              <a:path w="2198" h="2198" fill="none" extrusionOk="0">
                <a:moveTo>
                  <a:pt x="1" y="1"/>
                </a:moveTo>
                <a:lnTo>
                  <a:pt x="2198" y="1"/>
                </a:lnTo>
                <a:lnTo>
                  <a:pt x="2198" y="2198"/>
                </a:lnTo>
                <a:lnTo>
                  <a:pt x="1" y="2198"/>
                </a:lnTo>
                <a:close/>
              </a:path>
            </a:pathLst>
          </a:custGeom>
          <a:noFill/>
          <a:ln w="1375" cap="flat" cmpd="sng">
            <a:solidFill>
              <a:srgbClr val="E898AC"/>
            </a:solidFill>
            <a:prstDash val="solid"/>
            <a:miter lim="9192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8710023" y="4821495"/>
            <a:ext cx="98059" cy="98295"/>
          </a:xfrm>
          <a:custGeom>
            <a:avLst/>
            <a:gdLst/>
            <a:ahLst/>
            <a:cxnLst/>
            <a:rect l="l" t="t" r="r" b="b"/>
            <a:pathLst>
              <a:path w="3742" h="3751" fill="none" extrusionOk="0">
                <a:moveTo>
                  <a:pt x="1" y="0"/>
                </a:moveTo>
                <a:lnTo>
                  <a:pt x="3742" y="0"/>
                </a:lnTo>
                <a:lnTo>
                  <a:pt x="3742" y="3750"/>
                </a:lnTo>
                <a:lnTo>
                  <a:pt x="1" y="3750"/>
                </a:lnTo>
                <a:close/>
              </a:path>
            </a:pathLst>
          </a:custGeom>
          <a:noFill/>
          <a:ln w="2975" cap="flat" cmpd="sng">
            <a:solidFill>
              <a:srgbClr val="E898AC"/>
            </a:solidFill>
            <a:prstDash val="solid"/>
            <a:miter lim="9192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275669" y="1557059"/>
            <a:ext cx="57834" cy="57599"/>
          </a:xfrm>
          <a:custGeom>
            <a:avLst/>
            <a:gdLst/>
            <a:ahLst/>
            <a:cxnLst/>
            <a:rect l="l" t="t" r="r" b="b"/>
            <a:pathLst>
              <a:path w="2207" h="2198" fill="none" extrusionOk="0">
                <a:moveTo>
                  <a:pt x="0" y="0"/>
                </a:moveTo>
                <a:lnTo>
                  <a:pt x="2207" y="0"/>
                </a:lnTo>
                <a:lnTo>
                  <a:pt x="2207" y="2197"/>
                </a:lnTo>
                <a:lnTo>
                  <a:pt x="0" y="2197"/>
                </a:lnTo>
                <a:close/>
              </a:path>
            </a:pathLst>
          </a:custGeom>
          <a:noFill/>
          <a:ln w="2975" cap="flat" cmpd="sng">
            <a:solidFill>
              <a:srgbClr val="00CFCC"/>
            </a:solidFill>
            <a:prstDash val="solid"/>
            <a:miter lim="9192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8263673" y="2953681"/>
            <a:ext cx="104086" cy="104322"/>
          </a:xfrm>
          <a:custGeom>
            <a:avLst/>
            <a:gdLst/>
            <a:ahLst/>
            <a:cxnLst/>
            <a:rect l="l" t="t" r="r" b="b"/>
            <a:pathLst>
              <a:path w="3972" h="3981" extrusionOk="0">
                <a:moveTo>
                  <a:pt x="0" y="1"/>
                </a:moveTo>
                <a:lnTo>
                  <a:pt x="0" y="3981"/>
                </a:lnTo>
                <a:lnTo>
                  <a:pt x="3972" y="3981"/>
                </a:lnTo>
                <a:lnTo>
                  <a:pt x="3972" y="1"/>
                </a:lnTo>
                <a:close/>
              </a:path>
            </a:pathLst>
          </a:custGeom>
          <a:solidFill>
            <a:srgbClr val="00CF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7" name="Google Shape;17;p2"/>
          <p:cNvGrpSpPr/>
          <p:nvPr/>
        </p:nvGrpSpPr>
        <p:grpSpPr>
          <a:xfrm>
            <a:off x="8263682" y="-434366"/>
            <a:ext cx="188886" cy="1181531"/>
            <a:chOff x="2877432" y="975334"/>
            <a:chExt cx="188886" cy="1181531"/>
          </a:xfrm>
        </p:grpSpPr>
        <p:sp>
          <p:nvSpPr>
            <p:cNvPr id="18" name="Google Shape;18;p2"/>
            <p:cNvSpPr/>
            <p:nvPr/>
          </p:nvSpPr>
          <p:spPr>
            <a:xfrm>
              <a:off x="2877432" y="1968242"/>
              <a:ext cx="188886" cy="188624"/>
            </a:xfrm>
            <a:custGeom>
              <a:avLst/>
              <a:gdLst/>
              <a:ahLst/>
              <a:cxnLst/>
              <a:rect l="l" t="t" r="r" b="b"/>
              <a:pathLst>
                <a:path w="7208" h="7198" fill="none" extrusionOk="0">
                  <a:moveTo>
                    <a:pt x="1" y="0"/>
                  </a:moveTo>
                  <a:lnTo>
                    <a:pt x="7208" y="0"/>
                  </a:lnTo>
                  <a:lnTo>
                    <a:pt x="7208" y="7198"/>
                  </a:lnTo>
                  <a:lnTo>
                    <a:pt x="1" y="7198"/>
                  </a:lnTo>
                  <a:close/>
                </a:path>
              </a:pathLst>
            </a:custGeom>
            <a:noFill/>
            <a:ln w="5750" cap="flat" cmpd="sng">
              <a:solidFill>
                <a:srgbClr val="FF9973"/>
              </a:solidFill>
              <a:prstDash val="solid"/>
              <a:miter lim="919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9;p2"/>
            <p:cNvSpPr/>
            <p:nvPr/>
          </p:nvSpPr>
          <p:spPr>
            <a:xfrm>
              <a:off x="2905393" y="1452501"/>
              <a:ext cx="133226" cy="133252"/>
            </a:xfrm>
            <a:custGeom>
              <a:avLst/>
              <a:gdLst/>
              <a:ahLst/>
              <a:cxnLst/>
              <a:rect l="l" t="t" r="r" b="b"/>
              <a:pathLst>
                <a:path w="5084" h="5085" fill="none" extrusionOk="0">
                  <a:moveTo>
                    <a:pt x="0" y="1"/>
                  </a:moveTo>
                  <a:lnTo>
                    <a:pt x="5083" y="1"/>
                  </a:lnTo>
                  <a:lnTo>
                    <a:pt x="5083" y="5084"/>
                  </a:lnTo>
                  <a:lnTo>
                    <a:pt x="0" y="5084"/>
                  </a:lnTo>
                  <a:close/>
                </a:path>
              </a:pathLst>
            </a:custGeom>
            <a:noFill/>
            <a:ln w="4125" cap="flat" cmpd="sng">
              <a:solidFill>
                <a:srgbClr val="FF9973"/>
              </a:solidFill>
              <a:prstDash val="solid"/>
              <a:miter lim="919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2931651" y="975334"/>
              <a:ext cx="80476" cy="80711"/>
            </a:xfrm>
            <a:custGeom>
              <a:avLst/>
              <a:gdLst/>
              <a:ahLst/>
              <a:cxnLst/>
              <a:rect l="l" t="t" r="r" b="b"/>
              <a:pathLst>
                <a:path w="3071" h="3080" fill="none" extrusionOk="0">
                  <a:moveTo>
                    <a:pt x="0" y="0"/>
                  </a:moveTo>
                  <a:lnTo>
                    <a:pt x="3070" y="0"/>
                  </a:lnTo>
                  <a:lnTo>
                    <a:pt x="3070" y="3080"/>
                  </a:lnTo>
                  <a:lnTo>
                    <a:pt x="0" y="3080"/>
                  </a:lnTo>
                  <a:close/>
                </a:path>
              </a:pathLst>
            </a:custGeom>
            <a:noFill/>
            <a:ln w="2525" cap="flat" cmpd="sng">
              <a:solidFill>
                <a:srgbClr val="FF9973"/>
              </a:solidFill>
              <a:prstDash val="solid"/>
              <a:miter lim="919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" name="Google Shape;21;p2"/>
          <p:cNvSpPr/>
          <p:nvPr/>
        </p:nvSpPr>
        <p:spPr>
          <a:xfrm>
            <a:off x="8485996" y="1614632"/>
            <a:ext cx="80502" cy="80476"/>
          </a:xfrm>
          <a:custGeom>
            <a:avLst/>
            <a:gdLst/>
            <a:ahLst/>
            <a:cxnLst/>
            <a:rect l="l" t="t" r="r" b="b"/>
            <a:pathLst>
              <a:path w="3072" h="3071" extrusionOk="0">
                <a:moveTo>
                  <a:pt x="1" y="0"/>
                </a:moveTo>
                <a:lnTo>
                  <a:pt x="1" y="3070"/>
                </a:lnTo>
                <a:lnTo>
                  <a:pt x="3071" y="3070"/>
                </a:lnTo>
                <a:lnTo>
                  <a:pt x="3071" y="0"/>
                </a:lnTo>
                <a:close/>
              </a:path>
            </a:pathLst>
          </a:custGeom>
          <a:solidFill>
            <a:srgbClr val="FF997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2" name="Google Shape;22;p2"/>
          <p:cNvGrpSpPr/>
          <p:nvPr/>
        </p:nvGrpSpPr>
        <p:grpSpPr>
          <a:xfrm>
            <a:off x="3090746" y="-533657"/>
            <a:ext cx="98059" cy="1147596"/>
            <a:chOff x="3347921" y="16006"/>
            <a:chExt cx="98059" cy="1147596"/>
          </a:xfrm>
        </p:grpSpPr>
        <p:sp>
          <p:nvSpPr>
            <p:cNvPr id="23" name="Google Shape;23;p2"/>
            <p:cNvSpPr/>
            <p:nvPr/>
          </p:nvSpPr>
          <p:spPr>
            <a:xfrm>
              <a:off x="3347921" y="1065280"/>
              <a:ext cx="98059" cy="98321"/>
            </a:xfrm>
            <a:custGeom>
              <a:avLst/>
              <a:gdLst/>
              <a:ahLst/>
              <a:cxnLst/>
              <a:rect l="l" t="t" r="r" b="b"/>
              <a:pathLst>
                <a:path w="3742" h="3752" fill="none" extrusionOk="0">
                  <a:moveTo>
                    <a:pt x="0" y="1"/>
                  </a:moveTo>
                  <a:lnTo>
                    <a:pt x="3741" y="1"/>
                  </a:lnTo>
                  <a:lnTo>
                    <a:pt x="3741" y="3751"/>
                  </a:lnTo>
                  <a:lnTo>
                    <a:pt x="0" y="3751"/>
                  </a:lnTo>
                  <a:close/>
                </a:path>
              </a:pathLst>
            </a:custGeom>
            <a:noFill/>
            <a:ln w="2975" cap="flat" cmpd="sng">
              <a:solidFill>
                <a:srgbClr val="E898AC"/>
              </a:solidFill>
              <a:prstDash val="solid"/>
              <a:miter lim="919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3392705" y="16006"/>
              <a:ext cx="8464" cy="894665"/>
            </a:xfrm>
            <a:custGeom>
              <a:avLst/>
              <a:gdLst/>
              <a:ahLst/>
              <a:cxnLst/>
              <a:rect l="l" t="t" r="r" b="b"/>
              <a:pathLst>
                <a:path w="323" h="34141" extrusionOk="0">
                  <a:moveTo>
                    <a:pt x="157" y="1"/>
                  </a:moveTo>
                  <a:lnTo>
                    <a:pt x="1" y="34141"/>
                  </a:lnTo>
                  <a:lnTo>
                    <a:pt x="323" y="34141"/>
                  </a:lnTo>
                  <a:lnTo>
                    <a:pt x="157" y="1"/>
                  </a:lnTo>
                  <a:close/>
                </a:path>
              </a:pathLst>
            </a:custGeom>
            <a:solidFill>
              <a:srgbClr val="FFD6E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" name="Google Shape;25;p2"/>
          <p:cNvGrpSpPr/>
          <p:nvPr/>
        </p:nvGrpSpPr>
        <p:grpSpPr>
          <a:xfrm>
            <a:off x="4892771" y="-340112"/>
            <a:ext cx="121172" cy="760495"/>
            <a:chOff x="5245196" y="3136513"/>
            <a:chExt cx="121172" cy="760495"/>
          </a:xfrm>
        </p:grpSpPr>
        <p:sp>
          <p:nvSpPr>
            <p:cNvPr id="26" name="Google Shape;26;p2"/>
            <p:cNvSpPr/>
            <p:nvPr/>
          </p:nvSpPr>
          <p:spPr>
            <a:xfrm>
              <a:off x="5245196" y="3775810"/>
              <a:ext cx="121172" cy="121198"/>
            </a:xfrm>
            <a:custGeom>
              <a:avLst/>
              <a:gdLst/>
              <a:ahLst/>
              <a:cxnLst/>
              <a:rect l="l" t="t" r="r" b="b"/>
              <a:pathLst>
                <a:path w="4624" h="4625" extrusionOk="0">
                  <a:moveTo>
                    <a:pt x="0" y="1"/>
                  </a:moveTo>
                  <a:lnTo>
                    <a:pt x="0" y="4624"/>
                  </a:lnTo>
                  <a:lnTo>
                    <a:pt x="4624" y="4624"/>
                  </a:lnTo>
                  <a:lnTo>
                    <a:pt x="4624" y="1"/>
                  </a:lnTo>
                  <a:close/>
                </a:path>
              </a:pathLst>
            </a:custGeom>
            <a:solidFill>
              <a:srgbClr val="E898A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2"/>
            <p:cNvSpPr/>
            <p:nvPr/>
          </p:nvSpPr>
          <p:spPr>
            <a:xfrm>
              <a:off x="5309007" y="3136513"/>
              <a:ext cx="8464" cy="554288"/>
            </a:xfrm>
            <a:custGeom>
              <a:avLst/>
              <a:gdLst/>
              <a:ahLst/>
              <a:cxnLst/>
              <a:rect l="l" t="t" r="r" b="b"/>
              <a:pathLst>
                <a:path w="323" h="21152" extrusionOk="0">
                  <a:moveTo>
                    <a:pt x="166" y="1"/>
                  </a:moveTo>
                  <a:lnTo>
                    <a:pt x="0" y="21152"/>
                  </a:lnTo>
                  <a:lnTo>
                    <a:pt x="322" y="21152"/>
                  </a:lnTo>
                  <a:lnTo>
                    <a:pt x="166" y="1"/>
                  </a:lnTo>
                  <a:close/>
                </a:path>
              </a:pathLst>
            </a:custGeom>
            <a:solidFill>
              <a:srgbClr val="FFD6E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" name="Google Shape;28;p2"/>
          <p:cNvGrpSpPr/>
          <p:nvPr/>
        </p:nvGrpSpPr>
        <p:grpSpPr>
          <a:xfrm>
            <a:off x="250617" y="2402301"/>
            <a:ext cx="188650" cy="2468354"/>
            <a:chOff x="250617" y="2402301"/>
            <a:chExt cx="188650" cy="2468354"/>
          </a:xfrm>
        </p:grpSpPr>
        <p:sp>
          <p:nvSpPr>
            <p:cNvPr id="29" name="Google Shape;29;p2"/>
            <p:cNvSpPr/>
            <p:nvPr/>
          </p:nvSpPr>
          <p:spPr>
            <a:xfrm>
              <a:off x="250617" y="4681770"/>
              <a:ext cx="188650" cy="188886"/>
            </a:xfrm>
            <a:custGeom>
              <a:avLst/>
              <a:gdLst/>
              <a:ahLst/>
              <a:cxnLst/>
              <a:rect l="l" t="t" r="r" b="b"/>
              <a:pathLst>
                <a:path w="7199" h="7208" fill="none" extrusionOk="0">
                  <a:moveTo>
                    <a:pt x="0" y="1"/>
                  </a:moveTo>
                  <a:lnTo>
                    <a:pt x="7198" y="1"/>
                  </a:lnTo>
                  <a:lnTo>
                    <a:pt x="7198" y="7207"/>
                  </a:lnTo>
                  <a:lnTo>
                    <a:pt x="0" y="7207"/>
                  </a:lnTo>
                  <a:close/>
                </a:path>
              </a:pathLst>
            </a:custGeom>
            <a:noFill/>
            <a:ln w="5750" cap="flat" cmpd="sng">
              <a:solidFill>
                <a:srgbClr val="FF9973"/>
              </a:solidFill>
              <a:prstDash val="solid"/>
              <a:miter lim="919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30;p2"/>
            <p:cNvSpPr/>
            <p:nvPr/>
          </p:nvSpPr>
          <p:spPr>
            <a:xfrm>
              <a:off x="278316" y="4166291"/>
              <a:ext cx="133226" cy="133226"/>
            </a:xfrm>
            <a:custGeom>
              <a:avLst/>
              <a:gdLst/>
              <a:ahLst/>
              <a:cxnLst/>
              <a:rect l="l" t="t" r="r" b="b"/>
              <a:pathLst>
                <a:path w="5084" h="5084" fill="none" extrusionOk="0">
                  <a:moveTo>
                    <a:pt x="1" y="0"/>
                  </a:moveTo>
                  <a:lnTo>
                    <a:pt x="5084" y="0"/>
                  </a:lnTo>
                  <a:lnTo>
                    <a:pt x="5084" y="5084"/>
                  </a:lnTo>
                  <a:lnTo>
                    <a:pt x="1" y="5084"/>
                  </a:lnTo>
                  <a:close/>
                </a:path>
              </a:pathLst>
            </a:custGeom>
            <a:noFill/>
            <a:ln w="4125" cap="flat" cmpd="sng">
              <a:solidFill>
                <a:srgbClr val="FF9973"/>
              </a:solidFill>
              <a:prstDash val="solid"/>
              <a:miter lim="919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2"/>
            <p:cNvSpPr/>
            <p:nvPr/>
          </p:nvSpPr>
          <p:spPr>
            <a:xfrm>
              <a:off x="304573" y="3689098"/>
              <a:ext cx="80476" cy="80476"/>
            </a:xfrm>
            <a:custGeom>
              <a:avLst/>
              <a:gdLst/>
              <a:ahLst/>
              <a:cxnLst/>
              <a:rect l="l" t="t" r="r" b="b"/>
              <a:pathLst>
                <a:path w="3071" h="3071" fill="none" extrusionOk="0">
                  <a:moveTo>
                    <a:pt x="1" y="0"/>
                  </a:moveTo>
                  <a:lnTo>
                    <a:pt x="3071" y="0"/>
                  </a:lnTo>
                  <a:lnTo>
                    <a:pt x="3071" y="3071"/>
                  </a:lnTo>
                  <a:lnTo>
                    <a:pt x="1" y="3071"/>
                  </a:lnTo>
                  <a:close/>
                </a:path>
              </a:pathLst>
            </a:custGeom>
            <a:noFill/>
            <a:ln w="2525" cap="flat" cmpd="sng">
              <a:solidFill>
                <a:srgbClr val="FF9973"/>
              </a:solidFill>
              <a:prstDash val="solid"/>
              <a:miter lim="919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2"/>
            <p:cNvSpPr/>
            <p:nvPr/>
          </p:nvSpPr>
          <p:spPr>
            <a:xfrm>
              <a:off x="340710" y="2402301"/>
              <a:ext cx="8464" cy="1011487"/>
            </a:xfrm>
            <a:custGeom>
              <a:avLst/>
              <a:gdLst/>
              <a:ahLst/>
              <a:cxnLst/>
              <a:rect l="l" t="t" r="r" b="b"/>
              <a:pathLst>
                <a:path w="323" h="38599" extrusionOk="0">
                  <a:moveTo>
                    <a:pt x="157" y="1"/>
                  </a:moveTo>
                  <a:lnTo>
                    <a:pt x="0" y="38599"/>
                  </a:lnTo>
                  <a:lnTo>
                    <a:pt x="322" y="38599"/>
                  </a:lnTo>
                  <a:lnTo>
                    <a:pt x="157" y="1"/>
                  </a:lnTo>
                  <a:close/>
                </a:path>
              </a:pathLst>
            </a:custGeom>
            <a:solidFill>
              <a:srgbClr val="FFD6E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3" name="Google Shape;33;p2"/>
          <p:cNvSpPr/>
          <p:nvPr/>
        </p:nvSpPr>
        <p:spPr>
          <a:xfrm>
            <a:off x="8935726" y="10"/>
            <a:ext cx="8464" cy="2519637"/>
          </a:xfrm>
          <a:custGeom>
            <a:avLst/>
            <a:gdLst/>
            <a:ahLst/>
            <a:cxnLst/>
            <a:rect l="l" t="t" r="r" b="b"/>
            <a:pathLst>
              <a:path w="323" h="96151" extrusionOk="0">
                <a:moveTo>
                  <a:pt x="166" y="0"/>
                </a:moveTo>
                <a:lnTo>
                  <a:pt x="1" y="96150"/>
                </a:lnTo>
                <a:lnTo>
                  <a:pt x="323" y="96150"/>
                </a:lnTo>
                <a:lnTo>
                  <a:pt x="166" y="0"/>
                </a:lnTo>
                <a:close/>
              </a:path>
            </a:pathLst>
          </a:custGeom>
          <a:solidFill>
            <a:srgbClr val="FFD6E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646863" y="21446"/>
            <a:ext cx="8464" cy="1689069"/>
          </a:xfrm>
          <a:custGeom>
            <a:avLst/>
            <a:gdLst/>
            <a:ahLst/>
            <a:cxnLst/>
            <a:rect l="l" t="t" r="r" b="b"/>
            <a:pathLst>
              <a:path w="323" h="64456" extrusionOk="0">
                <a:moveTo>
                  <a:pt x="166" y="0"/>
                </a:moveTo>
                <a:lnTo>
                  <a:pt x="1" y="64456"/>
                </a:lnTo>
                <a:lnTo>
                  <a:pt x="322" y="64456"/>
                </a:lnTo>
                <a:lnTo>
                  <a:pt x="166" y="0"/>
                </a:lnTo>
                <a:close/>
              </a:path>
            </a:pathLst>
          </a:custGeom>
          <a:solidFill>
            <a:srgbClr val="FFD6E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" name="Google Shape;35;p2"/>
          <p:cNvGrpSpPr/>
          <p:nvPr/>
        </p:nvGrpSpPr>
        <p:grpSpPr>
          <a:xfrm>
            <a:off x="2038689" y="173907"/>
            <a:ext cx="57599" cy="831799"/>
            <a:chOff x="2038689" y="173907"/>
            <a:chExt cx="57599" cy="831799"/>
          </a:xfrm>
        </p:grpSpPr>
        <p:sp>
          <p:nvSpPr>
            <p:cNvPr id="36" name="Google Shape;36;p2"/>
            <p:cNvSpPr/>
            <p:nvPr/>
          </p:nvSpPr>
          <p:spPr>
            <a:xfrm>
              <a:off x="2038689" y="947872"/>
              <a:ext cx="57599" cy="57834"/>
            </a:xfrm>
            <a:custGeom>
              <a:avLst/>
              <a:gdLst/>
              <a:ahLst/>
              <a:cxnLst/>
              <a:rect l="l" t="t" r="r" b="b"/>
              <a:pathLst>
                <a:path w="2198" h="2207" fill="none" extrusionOk="0">
                  <a:moveTo>
                    <a:pt x="1" y="0"/>
                  </a:moveTo>
                  <a:lnTo>
                    <a:pt x="2197" y="0"/>
                  </a:lnTo>
                  <a:lnTo>
                    <a:pt x="2197" y="2206"/>
                  </a:lnTo>
                  <a:lnTo>
                    <a:pt x="1" y="2206"/>
                  </a:lnTo>
                  <a:close/>
                </a:path>
              </a:pathLst>
            </a:custGeom>
            <a:noFill/>
            <a:ln w="2975" cap="flat" cmpd="sng">
              <a:solidFill>
                <a:srgbClr val="00CFCC"/>
              </a:solidFill>
              <a:prstDash val="solid"/>
              <a:miter lim="919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2"/>
            <p:cNvSpPr/>
            <p:nvPr/>
          </p:nvSpPr>
          <p:spPr>
            <a:xfrm>
              <a:off x="2063269" y="173907"/>
              <a:ext cx="8438" cy="692074"/>
            </a:xfrm>
            <a:custGeom>
              <a:avLst/>
              <a:gdLst/>
              <a:ahLst/>
              <a:cxnLst/>
              <a:rect l="l" t="t" r="r" b="b"/>
              <a:pathLst>
                <a:path w="322" h="26410" extrusionOk="0">
                  <a:moveTo>
                    <a:pt x="166" y="1"/>
                  </a:moveTo>
                  <a:lnTo>
                    <a:pt x="0" y="26410"/>
                  </a:lnTo>
                  <a:lnTo>
                    <a:pt x="322" y="26410"/>
                  </a:lnTo>
                  <a:lnTo>
                    <a:pt x="166" y="1"/>
                  </a:lnTo>
                  <a:close/>
                </a:path>
              </a:pathLst>
            </a:custGeom>
            <a:solidFill>
              <a:srgbClr val="FFD6E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71" name="Google Shape;171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72" name="Google Shape;172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"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13"/>
          <p:cNvSpPr txBox="1">
            <a:spLocks noGrp="1"/>
          </p:cNvSpPr>
          <p:nvPr>
            <p:ph type="subTitle" idx="1"/>
          </p:nvPr>
        </p:nvSpPr>
        <p:spPr>
          <a:xfrm>
            <a:off x="6429027" y="3829680"/>
            <a:ext cx="2428200" cy="5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58" name="Google Shape;258;p13"/>
          <p:cNvSpPr/>
          <p:nvPr/>
        </p:nvSpPr>
        <p:spPr>
          <a:xfrm>
            <a:off x="7647375" y="949600"/>
            <a:ext cx="167150" cy="167150"/>
          </a:xfrm>
          <a:custGeom>
            <a:avLst/>
            <a:gdLst/>
            <a:ahLst/>
            <a:cxnLst/>
            <a:rect l="l" t="t" r="r" b="b"/>
            <a:pathLst>
              <a:path w="6686" h="6686" extrusionOk="0">
                <a:moveTo>
                  <a:pt x="6236" y="450"/>
                </a:moveTo>
                <a:lnTo>
                  <a:pt x="6236" y="6236"/>
                </a:lnTo>
                <a:lnTo>
                  <a:pt x="450" y="6236"/>
                </a:lnTo>
                <a:lnTo>
                  <a:pt x="450" y="450"/>
                </a:lnTo>
                <a:close/>
                <a:moveTo>
                  <a:pt x="0" y="0"/>
                </a:moveTo>
                <a:lnTo>
                  <a:pt x="0" y="6686"/>
                </a:lnTo>
                <a:lnTo>
                  <a:pt x="6686" y="6686"/>
                </a:lnTo>
                <a:lnTo>
                  <a:pt x="6686" y="0"/>
                </a:lnTo>
                <a:close/>
              </a:path>
            </a:pathLst>
          </a:custGeom>
          <a:solidFill>
            <a:srgbClr val="FFD6E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9" name="Google Shape;259;p13"/>
          <p:cNvSpPr/>
          <p:nvPr/>
        </p:nvSpPr>
        <p:spPr>
          <a:xfrm>
            <a:off x="8985850" y="411675"/>
            <a:ext cx="108650" cy="108650"/>
          </a:xfrm>
          <a:custGeom>
            <a:avLst/>
            <a:gdLst/>
            <a:ahLst/>
            <a:cxnLst/>
            <a:rect l="l" t="t" r="r" b="b"/>
            <a:pathLst>
              <a:path w="4346" h="4346" extrusionOk="0">
                <a:moveTo>
                  <a:pt x="4008" y="356"/>
                </a:moveTo>
                <a:lnTo>
                  <a:pt x="4008" y="4027"/>
                </a:lnTo>
                <a:lnTo>
                  <a:pt x="338" y="4027"/>
                </a:lnTo>
                <a:lnTo>
                  <a:pt x="338" y="356"/>
                </a:lnTo>
                <a:close/>
                <a:moveTo>
                  <a:pt x="1" y="1"/>
                </a:moveTo>
                <a:lnTo>
                  <a:pt x="1" y="4345"/>
                </a:lnTo>
                <a:lnTo>
                  <a:pt x="4346" y="4345"/>
                </a:lnTo>
                <a:lnTo>
                  <a:pt x="4346" y="1"/>
                </a:lnTo>
                <a:close/>
              </a:path>
            </a:pathLst>
          </a:custGeom>
          <a:solidFill>
            <a:srgbClr val="E898A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p13"/>
          <p:cNvSpPr/>
          <p:nvPr/>
        </p:nvSpPr>
        <p:spPr>
          <a:xfrm>
            <a:off x="8359450" y="555875"/>
            <a:ext cx="52475" cy="52450"/>
          </a:xfrm>
          <a:custGeom>
            <a:avLst/>
            <a:gdLst/>
            <a:ahLst/>
            <a:cxnLst/>
            <a:rect l="l" t="t" r="r" b="b"/>
            <a:pathLst>
              <a:path w="2099" h="2098" extrusionOk="0">
                <a:moveTo>
                  <a:pt x="1761" y="319"/>
                </a:moveTo>
                <a:lnTo>
                  <a:pt x="1761" y="1761"/>
                </a:lnTo>
                <a:lnTo>
                  <a:pt x="319" y="1761"/>
                </a:lnTo>
                <a:lnTo>
                  <a:pt x="319" y="319"/>
                </a:lnTo>
                <a:close/>
                <a:moveTo>
                  <a:pt x="1" y="0"/>
                </a:moveTo>
                <a:lnTo>
                  <a:pt x="1" y="2098"/>
                </a:lnTo>
                <a:lnTo>
                  <a:pt x="2098" y="2098"/>
                </a:lnTo>
                <a:lnTo>
                  <a:pt x="2098" y="0"/>
                </a:lnTo>
                <a:close/>
              </a:path>
            </a:pathLst>
          </a:custGeom>
          <a:solidFill>
            <a:srgbClr val="FF997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13"/>
          <p:cNvSpPr/>
          <p:nvPr/>
        </p:nvSpPr>
        <p:spPr>
          <a:xfrm>
            <a:off x="9122100" y="734250"/>
            <a:ext cx="164350" cy="164350"/>
          </a:xfrm>
          <a:custGeom>
            <a:avLst/>
            <a:gdLst/>
            <a:ahLst/>
            <a:cxnLst/>
            <a:rect l="l" t="t" r="r" b="b"/>
            <a:pathLst>
              <a:path w="6574" h="6574" extrusionOk="0">
                <a:moveTo>
                  <a:pt x="6218" y="337"/>
                </a:moveTo>
                <a:lnTo>
                  <a:pt x="6218" y="6236"/>
                </a:lnTo>
                <a:lnTo>
                  <a:pt x="319" y="6236"/>
                </a:lnTo>
                <a:lnTo>
                  <a:pt x="319" y="337"/>
                </a:lnTo>
                <a:close/>
                <a:moveTo>
                  <a:pt x="0" y="0"/>
                </a:moveTo>
                <a:lnTo>
                  <a:pt x="0" y="6573"/>
                </a:lnTo>
                <a:lnTo>
                  <a:pt x="6555" y="6573"/>
                </a:lnTo>
                <a:lnTo>
                  <a:pt x="6573" y="0"/>
                </a:lnTo>
                <a:close/>
              </a:path>
            </a:pathLst>
          </a:custGeom>
          <a:solidFill>
            <a:srgbClr val="FF997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13"/>
          <p:cNvSpPr/>
          <p:nvPr/>
        </p:nvSpPr>
        <p:spPr>
          <a:xfrm>
            <a:off x="8798600" y="1088650"/>
            <a:ext cx="155925" cy="156375"/>
          </a:xfrm>
          <a:custGeom>
            <a:avLst/>
            <a:gdLst/>
            <a:ahLst/>
            <a:cxnLst/>
            <a:rect l="l" t="t" r="r" b="b"/>
            <a:pathLst>
              <a:path w="6237" h="6255" extrusionOk="0">
                <a:moveTo>
                  <a:pt x="0" y="0"/>
                </a:moveTo>
                <a:lnTo>
                  <a:pt x="0" y="6255"/>
                </a:lnTo>
                <a:lnTo>
                  <a:pt x="6236" y="6255"/>
                </a:lnTo>
                <a:lnTo>
                  <a:pt x="623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3" name="Google Shape;263;p13"/>
          <p:cNvSpPr/>
          <p:nvPr/>
        </p:nvSpPr>
        <p:spPr>
          <a:xfrm>
            <a:off x="6099342" y="-150600"/>
            <a:ext cx="96045" cy="95462"/>
          </a:xfrm>
          <a:custGeom>
            <a:avLst/>
            <a:gdLst/>
            <a:ahLst/>
            <a:cxnLst/>
            <a:rect l="l" t="t" r="r" b="b"/>
            <a:pathLst>
              <a:path w="3128" h="3109" extrusionOk="0">
                <a:moveTo>
                  <a:pt x="2678" y="431"/>
                </a:moveTo>
                <a:lnTo>
                  <a:pt x="2678" y="2659"/>
                </a:lnTo>
                <a:lnTo>
                  <a:pt x="450" y="2659"/>
                </a:lnTo>
                <a:lnTo>
                  <a:pt x="450" y="431"/>
                </a:lnTo>
                <a:close/>
                <a:moveTo>
                  <a:pt x="0" y="0"/>
                </a:moveTo>
                <a:lnTo>
                  <a:pt x="0" y="3109"/>
                </a:lnTo>
                <a:lnTo>
                  <a:pt x="3128" y="3109"/>
                </a:lnTo>
                <a:lnTo>
                  <a:pt x="3128" y="0"/>
                </a:lnTo>
                <a:close/>
              </a:path>
            </a:pathLst>
          </a:custGeom>
          <a:solidFill>
            <a:srgbClr val="FF997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4" name="Google Shape;264;p13"/>
          <p:cNvSpPr/>
          <p:nvPr/>
        </p:nvSpPr>
        <p:spPr>
          <a:xfrm>
            <a:off x="6702523" y="444536"/>
            <a:ext cx="95493" cy="95462"/>
          </a:xfrm>
          <a:custGeom>
            <a:avLst/>
            <a:gdLst/>
            <a:ahLst/>
            <a:cxnLst/>
            <a:rect l="l" t="t" r="r" b="b"/>
            <a:pathLst>
              <a:path w="3110" h="3109" extrusionOk="0">
                <a:moveTo>
                  <a:pt x="2678" y="450"/>
                </a:moveTo>
                <a:lnTo>
                  <a:pt x="2678" y="2678"/>
                </a:lnTo>
                <a:lnTo>
                  <a:pt x="450" y="2678"/>
                </a:lnTo>
                <a:lnTo>
                  <a:pt x="450" y="450"/>
                </a:lnTo>
                <a:close/>
                <a:moveTo>
                  <a:pt x="1" y="0"/>
                </a:moveTo>
                <a:lnTo>
                  <a:pt x="1" y="3109"/>
                </a:lnTo>
                <a:lnTo>
                  <a:pt x="3109" y="3109"/>
                </a:lnTo>
                <a:lnTo>
                  <a:pt x="3109" y="0"/>
                </a:lnTo>
                <a:close/>
              </a:path>
            </a:pathLst>
          </a:custGeom>
          <a:solidFill>
            <a:srgbClr val="FF997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5" name="Google Shape;265;p13"/>
          <p:cNvSpPr/>
          <p:nvPr/>
        </p:nvSpPr>
        <p:spPr>
          <a:xfrm>
            <a:off x="5904975" y="143222"/>
            <a:ext cx="82259" cy="82259"/>
          </a:xfrm>
          <a:custGeom>
            <a:avLst/>
            <a:gdLst/>
            <a:ahLst/>
            <a:cxnLst/>
            <a:rect l="l" t="t" r="r" b="b"/>
            <a:pathLst>
              <a:path w="2679" h="2679" extrusionOk="0">
                <a:moveTo>
                  <a:pt x="1" y="1"/>
                </a:moveTo>
                <a:lnTo>
                  <a:pt x="1" y="2679"/>
                </a:lnTo>
                <a:lnTo>
                  <a:pt x="2679" y="2679"/>
                </a:lnTo>
                <a:lnTo>
                  <a:pt x="2679" y="1"/>
                </a:lnTo>
                <a:close/>
              </a:path>
            </a:pathLst>
          </a:custGeom>
          <a:solidFill>
            <a:srgbClr val="00CF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p13"/>
          <p:cNvSpPr/>
          <p:nvPr/>
        </p:nvSpPr>
        <p:spPr>
          <a:xfrm>
            <a:off x="285750" y="4542650"/>
            <a:ext cx="52475" cy="52450"/>
          </a:xfrm>
          <a:custGeom>
            <a:avLst/>
            <a:gdLst/>
            <a:ahLst/>
            <a:cxnLst/>
            <a:rect l="l" t="t" r="r" b="b"/>
            <a:pathLst>
              <a:path w="2099" h="2098" extrusionOk="0">
                <a:moveTo>
                  <a:pt x="1761" y="319"/>
                </a:moveTo>
                <a:lnTo>
                  <a:pt x="1761" y="1761"/>
                </a:lnTo>
                <a:lnTo>
                  <a:pt x="319" y="1761"/>
                </a:lnTo>
                <a:lnTo>
                  <a:pt x="319" y="319"/>
                </a:lnTo>
                <a:close/>
                <a:moveTo>
                  <a:pt x="1" y="0"/>
                </a:moveTo>
                <a:lnTo>
                  <a:pt x="1" y="2098"/>
                </a:lnTo>
                <a:lnTo>
                  <a:pt x="2098" y="2098"/>
                </a:lnTo>
                <a:lnTo>
                  <a:pt x="2098" y="0"/>
                </a:lnTo>
                <a:close/>
              </a:path>
            </a:pathLst>
          </a:custGeom>
          <a:solidFill>
            <a:srgbClr val="FF997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7" name="Google Shape;267;p13"/>
          <p:cNvSpPr/>
          <p:nvPr/>
        </p:nvSpPr>
        <p:spPr>
          <a:xfrm>
            <a:off x="439150" y="4803400"/>
            <a:ext cx="155925" cy="156375"/>
          </a:xfrm>
          <a:custGeom>
            <a:avLst/>
            <a:gdLst/>
            <a:ahLst/>
            <a:cxnLst/>
            <a:rect l="l" t="t" r="r" b="b"/>
            <a:pathLst>
              <a:path w="6237" h="6255" extrusionOk="0">
                <a:moveTo>
                  <a:pt x="0" y="0"/>
                </a:moveTo>
                <a:lnTo>
                  <a:pt x="0" y="6255"/>
                </a:lnTo>
                <a:lnTo>
                  <a:pt x="6236" y="6255"/>
                </a:lnTo>
                <a:lnTo>
                  <a:pt x="623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8" name="Google Shape;268;p13"/>
          <p:cNvSpPr txBox="1">
            <a:spLocks noGrp="1"/>
          </p:cNvSpPr>
          <p:nvPr>
            <p:ph type="ctrTitle"/>
          </p:nvPr>
        </p:nvSpPr>
        <p:spPr>
          <a:xfrm>
            <a:off x="970814" y="3396800"/>
            <a:ext cx="21525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dvent Pro SemiBold"/>
              <a:buNone/>
              <a:defRPr sz="2000">
                <a:solidFill>
                  <a:schemeClr val="lt1"/>
                </a:solidFill>
                <a:latin typeface="Advent Pro SemiBold"/>
                <a:ea typeface="Advent Pro SemiBold"/>
                <a:cs typeface="Advent Pro SemiBold"/>
                <a:sym typeface="Advent Pro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dvent Pro SemiBold"/>
              <a:buNone/>
              <a:defRPr sz="1200">
                <a:solidFill>
                  <a:srgbClr val="000000"/>
                </a:solidFill>
                <a:latin typeface="Advent Pro SemiBold"/>
                <a:ea typeface="Advent Pro SemiBold"/>
                <a:cs typeface="Advent Pro SemiBold"/>
                <a:sym typeface="Advent Pro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dvent Pro SemiBold"/>
              <a:buNone/>
              <a:defRPr sz="1200">
                <a:solidFill>
                  <a:srgbClr val="000000"/>
                </a:solidFill>
                <a:latin typeface="Advent Pro SemiBold"/>
                <a:ea typeface="Advent Pro SemiBold"/>
                <a:cs typeface="Advent Pro SemiBold"/>
                <a:sym typeface="Advent Pro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dvent Pro SemiBold"/>
              <a:buNone/>
              <a:defRPr sz="1200">
                <a:solidFill>
                  <a:srgbClr val="000000"/>
                </a:solidFill>
                <a:latin typeface="Advent Pro SemiBold"/>
                <a:ea typeface="Advent Pro SemiBold"/>
                <a:cs typeface="Advent Pro SemiBold"/>
                <a:sym typeface="Advent Pro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dvent Pro SemiBold"/>
              <a:buNone/>
              <a:defRPr sz="1200">
                <a:solidFill>
                  <a:srgbClr val="000000"/>
                </a:solidFill>
                <a:latin typeface="Advent Pro SemiBold"/>
                <a:ea typeface="Advent Pro SemiBold"/>
                <a:cs typeface="Advent Pro SemiBold"/>
                <a:sym typeface="Advent Pro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dvent Pro SemiBold"/>
              <a:buNone/>
              <a:defRPr sz="1200">
                <a:solidFill>
                  <a:srgbClr val="000000"/>
                </a:solidFill>
                <a:latin typeface="Advent Pro SemiBold"/>
                <a:ea typeface="Advent Pro SemiBold"/>
                <a:cs typeface="Advent Pro SemiBold"/>
                <a:sym typeface="Advent Pro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dvent Pro SemiBold"/>
              <a:buNone/>
              <a:defRPr sz="1200">
                <a:solidFill>
                  <a:srgbClr val="000000"/>
                </a:solidFill>
                <a:latin typeface="Advent Pro SemiBold"/>
                <a:ea typeface="Advent Pro SemiBold"/>
                <a:cs typeface="Advent Pro SemiBold"/>
                <a:sym typeface="Advent Pro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dvent Pro SemiBold"/>
              <a:buNone/>
              <a:defRPr sz="1200">
                <a:solidFill>
                  <a:srgbClr val="000000"/>
                </a:solidFill>
                <a:latin typeface="Advent Pro SemiBold"/>
                <a:ea typeface="Advent Pro SemiBold"/>
                <a:cs typeface="Advent Pro SemiBold"/>
                <a:sym typeface="Advent Pro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dvent Pro SemiBold"/>
              <a:buNone/>
              <a:defRPr sz="1200">
                <a:solidFill>
                  <a:srgbClr val="000000"/>
                </a:solidFill>
                <a:latin typeface="Advent Pro SemiBold"/>
                <a:ea typeface="Advent Pro SemiBold"/>
                <a:cs typeface="Advent Pro SemiBold"/>
                <a:sym typeface="Advent Pro SemiBold"/>
              </a:defRPr>
            </a:lvl9pPr>
          </a:lstStyle>
          <a:p>
            <a:endParaRPr/>
          </a:p>
        </p:txBody>
      </p:sp>
      <p:sp>
        <p:nvSpPr>
          <p:cNvPr id="269" name="Google Shape;269;p13"/>
          <p:cNvSpPr txBox="1">
            <a:spLocks noGrp="1"/>
          </p:cNvSpPr>
          <p:nvPr>
            <p:ph type="subTitle" idx="2"/>
          </p:nvPr>
        </p:nvSpPr>
        <p:spPr>
          <a:xfrm>
            <a:off x="970814" y="3829680"/>
            <a:ext cx="2428200" cy="5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70" name="Google Shape;270;p13"/>
          <p:cNvSpPr txBox="1">
            <a:spLocks noGrp="1"/>
          </p:cNvSpPr>
          <p:nvPr>
            <p:ph type="title" idx="3" hasCustomPrompt="1"/>
          </p:nvPr>
        </p:nvSpPr>
        <p:spPr>
          <a:xfrm>
            <a:off x="970814" y="2645887"/>
            <a:ext cx="17538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Fira Sans Extra Condensed Medium"/>
              <a:buNone/>
              <a:defRPr sz="48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Fira Sans Extra Condensed Medium"/>
              <a:buNone/>
              <a:defRPr sz="48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Fira Sans Extra Condensed Medium"/>
              <a:buNone/>
              <a:defRPr sz="48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Fira Sans Extra Condensed Medium"/>
              <a:buNone/>
              <a:defRPr sz="48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Fira Sans Extra Condensed Medium"/>
              <a:buNone/>
              <a:defRPr sz="48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Fira Sans Extra Condensed Medium"/>
              <a:buNone/>
              <a:defRPr sz="48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Fira Sans Extra Condensed Medium"/>
              <a:buNone/>
              <a:defRPr sz="48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Fira Sans Extra Condensed Medium"/>
              <a:buNone/>
              <a:defRPr sz="48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271" name="Google Shape;271;p13"/>
          <p:cNvSpPr txBox="1">
            <a:spLocks noGrp="1"/>
          </p:cNvSpPr>
          <p:nvPr>
            <p:ph type="ctrTitle" idx="4"/>
          </p:nvPr>
        </p:nvSpPr>
        <p:spPr>
          <a:xfrm>
            <a:off x="3690348" y="3396800"/>
            <a:ext cx="13866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dvent Pro SemiBold"/>
              <a:buNone/>
              <a:defRPr sz="2000">
                <a:solidFill>
                  <a:schemeClr val="lt1"/>
                </a:solidFill>
                <a:latin typeface="Advent Pro SemiBold"/>
                <a:ea typeface="Advent Pro SemiBold"/>
                <a:cs typeface="Advent Pro SemiBold"/>
                <a:sym typeface="Advent Pro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dvent Pro SemiBold"/>
              <a:buNone/>
              <a:defRPr sz="1200">
                <a:solidFill>
                  <a:srgbClr val="000000"/>
                </a:solidFill>
                <a:latin typeface="Advent Pro SemiBold"/>
                <a:ea typeface="Advent Pro SemiBold"/>
                <a:cs typeface="Advent Pro SemiBold"/>
                <a:sym typeface="Advent Pro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dvent Pro SemiBold"/>
              <a:buNone/>
              <a:defRPr sz="1200">
                <a:solidFill>
                  <a:srgbClr val="000000"/>
                </a:solidFill>
                <a:latin typeface="Advent Pro SemiBold"/>
                <a:ea typeface="Advent Pro SemiBold"/>
                <a:cs typeface="Advent Pro SemiBold"/>
                <a:sym typeface="Advent Pro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dvent Pro SemiBold"/>
              <a:buNone/>
              <a:defRPr sz="1200">
                <a:solidFill>
                  <a:srgbClr val="000000"/>
                </a:solidFill>
                <a:latin typeface="Advent Pro SemiBold"/>
                <a:ea typeface="Advent Pro SemiBold"/>
                <a:cs typeface="Advent Pro SemiBold"/>
                <a:sym typeface="Advent Pro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dvent Pro SemiBold"/>
              <a:buNone/>
              <a:defRPr sz="1200">
                <a:solidFill>
                  <a:srgbClr val="000000"/>
                </a:solidFill>
                <a:latin typeface="Advent Pro SemiBold"/>
                <a:ea typeface="Advent Pro SemiBold"/>
                <a:cs typeface="Advent Pro SemiBold"/>
                <a:sym typeface="Advent Pro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dvent Pro SemiBold"/>
              <a:buNone/>
              <a:defRPr sz="1200">
                <a:solidFill>
                  <a:srgbClr val="000000"/>
                </a:solidFill>
                <a:latin typeface="Advent Pro SemiBold"/>
                <a:ea typeface="Advent Pro SemiBold"/>
                <a:cs typeface="Advent Pro SemiBold"/>
                <a:sym typeface="Advent Pro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dvent Pro SemiBold"/>
              <a:buNone/>
              <a:defRPr sz="1200">
                <a:solidFill>
                  <a:srgbClr val="000000"/>
                </a:solidFill>
                <a:latin typeface="Advent Pro SemiBold"/>
                <a:ea typeface="Advent Pro SemiBold"/>
                <a:cs typeface="Advent Pro SemiBold"/>
                <a:sym typeface="Advent Pro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dvent Pro SemiBold"/>
              <a:buNone/>
              <a:defRPr sz="1200">
                <a:solidFill>
                  <a:srgbClr val="000000"/>
                </a:solidFill>
                <a:latin typeface="Advent Pro SemiBold"/>
                <a:ea typeface="Advent Pro SemiBold"/>
                <a:cs typeface="Advent Pro SemiBold"/>
                <a:sym typeface="Advent Pro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dvent Pro SemiBold"/>
              <a:buNone/>
              <a:defRPr sz="1200">
                <a:solidFill>
                  <a:srgbClr val="000000"/>
                </a:solidFill>
                <a:latin typeface="Advent Pro SemiBold"/>
                <a:ea typeface="Advent Pro SemiBold"/>
                <a:cs typeface="Advent Pro SemiBold"/>
                <a:sym typeface="Advent Pro SemiBold"/>
              </a:defRPr>
            </a:lvl9pPr>
          </a:lstStyle>
          <a:p>
            <a:endParaRPr/>
          </a:p>
        </p:txBody>
      </p:sp>
      <p:sp>
        <p:nvSpPr>
          <p:cNvPr id="272" name="Google Shape;272;p13"/>
          <p:cNvSpPr txBox="1">
            <a:spLocks noGrp="1"/>
          </p:cNvSpPr>
          <p:nvPr>
            <p:ph type="subTitle" idx="5"/>
          </p:nvPr>
        </p:nvSpPr>
        <p:spPr>
          <a:xfrm>
            <a:off x="3690341" y="3829680"/>
            <a:ext cx="2428200" cy="5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73" name="Google Shape;273;p13"/>
          <p:cNvSpPr txBox="1">
            <a:spLocks noGrp="1"/>
          </p:cNvSpPr>
          <p:nvPr>
            <p:ph type="title" idx="6" hasCustomPrompt="1"/>
          </p:nvPr>
        </p:nvSpPr>
        <p:spPr>
          <a:xfrm>
            <a:off x="3690341" y="2645887"/>
            <a:ext cx="17538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None/>
              <a:defRPr sz="4800"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Fira Sans Extra Condensed Medium"/>
              <a:buNone/>
              <a:defRPr sz="48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Fira Sans Extra Condensed Medium"/>
              <a:buNone/>
              <a:defRPr sz="48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Fira Sans Extra Condensed Medium"/>
              <a:buNone/>
              <a:defRPr sz="48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Fira Sans Extra Condensed Medium"/>
              <a:buNone/>
              <a:defRPr sz="48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Fira Sans Extra Condensed Medium"/>
              <a:buNone/>
              <a:defRPr sz="48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Fira Sans Extra Condensed Medium"/>
              <a:buNone/>
              <a:defRPr sz="48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Fira Sans Extra Condensed Medium"/>
              <a:buNone/>
              <a:defRPr sz="48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Fira Sans Extra Condensed Medium"/>
              <a:buNone/>
              <a:defRPr sz="48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274" name="Google Shape;274;p13"/>
          <p:cNvSpPr txBox="1">
            <a:spLocks noGrp="1"/>
          </p:cNvSpPr>
          <p:nvPr>
            <p:ph type="ctrTitle" idx="7"/>
          </p:nvPr>
        </p:nvSpPr>
        <p:spPr>
          <a:xfrm>
            <a:off x="618825" y="411675"/>
            <a:ext cx="45762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3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None/>
              <a:defRPr sz="1800">
                <a:solidFill>
                  <a:srgbClr val="D9D9D9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None/>
              <a:defRPr sz="1800">
                <a:solidFill>
                  <a:srgbClr val="D9D9D9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None/>
              <a:defRPr sz="1800">
                <a:solidFill>
                  <a:srgbClr val="D9D9D9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None/>
              <a:defRPr sz="1800">
                <a:solidFill>
                  <a:srgbClr val="D9D9D9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None/>
              <a:defRPr sz="1800">
                <a:solidFill>
                  <a:srgbClr val="D9D9D9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None/>
              <a:defRPr sz="1800">
                <a:solidFill>
                  <a:srgbClr val="D9D9D9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None/>
              <a:defRPr sz="1800">
                <a:solidFill>
                  <a:srgbClr val="D9D9D9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None/>
              <a:defRPr sz="1800">
                <a:solidFill>
                  <a:srgbClr val="D9D9D9"/>
                </a:solidFill>
              </a:defRPr>
            </a:lvl9pPr>
          </a:lstStyle>
          <a:p>
            <a:endParaRPr/>
          </a:p>
        </p:txBody>
      </p:sp>
      <p:sp>
        <p:nvSpPr>
          <p:cNvPr id="275" name="Google Shape;275;p13"/>
          <p:cNvSpPr txBox="1">
            <a:spLocks noGrp="1"/>
          </p:cNvSpPr>
          <p:nvPr>
            <p:ph type="ctrTitle" idx="8"/>
          </p:nvPr>
        </p:nvSpPr>
        <p:spPr>
          <a:xfrm>
            <a:off x="6428436" y="3377738"/>
            <a:ext cx="22518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dvent Pro SemiBold"/>
              <a:buNone/>
              <a:defRPr sz="2000">
                <a:solidFill>
                  <a:schemeClr val="lt1"/>
                </a:solidFill>
                <a:latin typeface="Advent Pro SemiBold"/>
                <a:ea typeface="Advent Pro SemiBold"/>
                <a:cs typeface="Advent Pro SemiBold"/>
                <a:sym typeface="Advent Pro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dvent Pro SemiBold"/>
              <a:buNone/>
              <a:defRPr sz="1200">
                <a:solidFill>
                  <a:srgbClr val="000000"/>
                </a:solidFill>
                <a:latin typeface="Advent Pro SemiBold"/>
                <a:ea typeface="Advent Pro SemiBold"/>
                <a:cs typeface="Advent Pro SemiBold"/>
                <a:sym typeface="Advent Pro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dvent Pro SemiBold"/>
              <a:buNone/>
              <a:defRPr sz="1200">
                <a:solidFill>
                  <a:srgbClr val="000000"/>
                </a:solidFill>
                <a:latin typeface="Advent Pro SemiBold"/>
                <a:ea typeface="Advent Pro SemiBold"/>
                <a:cs typeface="Advent Pro SemiBold"/>
                <a:sym typeface="Advent Pro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dvent Pro SemiBold"/>
              <a:buNone/>
              <a:defRPr sz="1200">
                <a:solidFill>
                  <a:srgbClr val="000000"/>
                </a:solidFill>
                <a:latin typeface="Advent Pro SemiBold"/>
                <a:ea typeface="Advent Pro SemiBold"/>
                <a:cs typeface="Advent Pro SemiBold"/>
                <a:sym typeface="Advent Pro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dvent Pro SemiBold"/>
              <a:buNone/>
              <a:defRPr sz="1200">
                <a:solidFill>
                  <a:srgbClr val="000000"/>
                </a:solidFill>
                <a:latin typeface="Advent Pro SemiBold"/>
                <a:ea typeface="Advent Pro SemiBold"/>
                <a:cs typeface="Advent Pro SemiBold"/>
                <a:sym typeface="Advent Pro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dvent Pro SemiBold"/>
              <a:buNone/>
              <a:defRPr sz="1200">
                <a:solidFill>
                  <a:srgbClr val="000000"/>
                </a:solidFill>
                <a:latin typeface="Advent Pro SemiBold"/>
                <a:ea typeface="Advent Pro SemiBold"/>
                <a:cs typeface="Advent Pro SemiBold"/>
                <a:sym typeface="Advent Pro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dvent Pro SemiBold"/>
              <a:buNone/>
              <a:defRPr sz="1200">
                <a:solidFill>
                  <a:srgbClr val="000000"/>
                </a:solidFill>
                <a:latin typeface="Advent Pro SemiBold"/>
                <a:ea typeface="Advent Pro SemiBold"/>
                <a:cs typeface="Advent Pro SemiBold"/>
                <a:sym typeface="Advent Pro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dvent Pro SemiBold"/>
              <a:buNone/>
              <a:defRPr sz="1200">
                <a:solidFill>
                  <a:srgbClr val="000000"/>
                </a:solidFill>
                <a:latin typeface="Advent Pro SemiBold"/>
                <a:ea typeface="Advent Pro SemiBold"/>
                <a:cs typeface="Advent Pro SemiBold"/>
                <a:sym typeface="Advent Pro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dvent Pro SemiBold"/>
              <a:buNone/>
              <a:defRPr sz="1200">
                <a:solidFill>
                  <a:srgbClr val="000000"/>
                </a:solidFill>
                <a:latin typeface="Advent Pro SemiBold"/>
                <a:ea typeface="Advent Pro SemiBold"/>
                <a:cs typeface="Advent Pro SemiBold"/>
                <a:sym typeface="Advent Pro SemiBold"/>
              </a:defRPr>
            </a:lvl9pPr>
          </a:lstStyle>
          <a:p>
            <a:endParaRPr/>
          </a:p>
        </p:txBody>
      </p:sp>
      <p:sp>
        <p:nvSpPr>
          <p:cNvPr id="276" name="Google Shape;276;p13"/>
          <p:cNvSpPr txBox="1">
            <a:spLocks noGrp="1"/>
          </p:cNvSpPr>
          <p:nvPr>
            <p:ph type="title" idx="9" hasCustomPrompt="1"/>
          </p:nvPr>
        </p:nvSpPr>
        <p:spPr>
          <a:xfrm>
            <a:off x="6428436" y="2645887"/>
            <a:ext cx="17538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Fira Sans Extra Condensed Medium"/>
              <a:buNone/>
              <a:defRPr sz="48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Fira Sans Extra Condensed Medium"/>
              <a:buNone/>
              <a:defRPr sz="48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Fira Sans Extra Condensed Medium"/>
              <a:buNone/>
              <a:defRPr sz="48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Fira Sans Extra Condensed Medium"/>
              <a:buNone/>
              <a:defRPr sz="48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Fira Sans Extra Condensed Medium"/>
              <a:buNone/>
              <a:defRPr sz="48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Fira Sans Extra Condensed Medium"/>
              <a:buNone/>
              <a:defRPr sz="48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Fira Sans Extra Condensed Medium"/>
              <a:buNone/>
              <a:defRPr sz="48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Fira Sans Extra Condensed Medium"/>
              <a:buNone/>
              <a:defRPr sz="48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277" name="Google Shape;277;p13"/>
          <p:cNvSpPr txBox="1">
            <a:spLocks noGrp="1"/>
          </p:cNvSpPr>
          <p:nvPr>
            <p:ph type="ctrTitle" idx="13"/>
          </p:nvPr>
        </p:nvSpPr>
        <p:spPr>
          <a:xfrm>
            <a:off x="6429027" y="3396800"/>
            <a:ext cx="22518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dvent Pro SemiBold"/>
              <a:buNone/>
              <a:defRPr sz="2000">
                <a:solidFill>
                  <a:schemeClr val="lt1"/>
                </a:solidFill>
                <a:latin typeface="Advent Pro SemiBold"/>
                <a:ea typeface="Advent Pro SemiBold"/>
                <a:cs typeface="Advent Pro SemiBold"/>
                <a:sym typeface="Advent Pro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dvent Pro SemiBold"/>
              <a:buNone/>
              <a:defRPr sz="1200">
                <a:solidFill>
                  <a:srgbClr val="000000"/>
                </a:solidFill>
                <a:latin typeface="Advent Pro SemiBold"/>
                <a:ea typeface="Advent Pro SemiBold"/>
                <a:cs typeface="Advent Pro SemiBold"/>
                <a:sym typeface="Advent Pro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dvent Pro SemiBold"/>
              <a:buNone/>
              <a:defRPr sz="1200">
                <a:solidFill>
                  <a:srgbClr val="000000"/>
                </a:solidFill>
                <a:latin typeface="Advent Pro SemiBold"/>
                <a:ea typeface="Advent Pro SemiBold"/>
                <a:cs typeface="Advent Pro SemiBold"/>
                <a:sym typeface="Advent Pro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dvent Pro SemiBold"/>
              <a:buNone/>
              <a:defRPr sz="1200">
                <a:solidFill>
                  <a:srgbClr val="000000"/>
                </a:solidFill>
                <a:latin typeface="Advent Pro SemiBold"/>
                <a:ea typeface="Advent Pro SemiBold"/>
                <a:cs typeface="Advent Pro SemiBold"/>
                <a:sym typeface="Advent Pro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dvent Pro SemiBold"/>
              <a:buNone/>
              <a:defRPr sz="1200">
                <a:solidFill>
                  <a:srgbClr val="000000"/>
                </a:solidFill>
                <a:latin typeface="Advent Pro SemiBold"/>
                <a:ea typeface="Advent Pro SemiBold"/>
                <a:cs typeface="Advent Pro SemiBold"/>
                <a:sym typeface="Advent Pro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dvent Pro SemiBold"/>
              <a:buNone/>
              <a:defRPr sz="1200">
                <a:solidFill>
                  <a:srgbClr val="000000"/>
                </a:solidFill>
                <a:latin typeface="Advent Pro SemiBold"/>
                <a:ea typeface="Advent Pro SemiBold"/>
                <a:cs typeface="Advent Pro SemiBold"/>
                <a:sym typeface="Advent Pro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dvent Pro SemiBold"/>
              <a:buNone/>
              <a:defRPr sz="1200">
                <a:solidFill>
                  <a:srgbClr val="000000"/>
                </a:solidFill>
                <a:latin typeface="Advent Pro SemiBold"/>
                <a:ea typeface="Advent Pro SemiBold"/>
                <a:cs typeface="Advent Pro SemiBold"/>
                <a:sym typeface="Advent Pro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dvent Pro SemiBold"/>
              <a:buNone/>
              <a:defRPr sz="1200">
                <a:solidFill>
                  <a:srgbClr val="000000"/>
                </a:solidFill>
                <a:latin typeface="Advent Pro SemiBold"/>
                <a:ea typeface="Advent Pro SemiBold"/>
                <a:cs typeface="Advent Pro SemiBold"/>
                <a:sym typeface="Advent Pro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dvent Pro SemiBold"/>
              <a:buNone/>
              <a:defRPr sz="1200">
                <a:solidFill>
                  <a:srgbClr val="000000"/>
                </a:solidFill>
                <a:latin typeface="Advent Pro SemiBold"/>
                <a:ea typeface="Advent Pro SemiBold"/>
                <a:cs typeface="Advent Pro SemiBold"/>
                <a:sym typeface="Advent Pr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list">
  <p:cSld name="CUSTOM_4"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20"/>
          <p:cNvSpPr txBox="1">
            <a:spLocks noGrp="1"/>
          </p:cNvSpPr>
          <p:nvPr>
            <p:ph type="body" idx="1"/>
          </p:nvPr>
        </p:nvSpPr>
        <p:spPr>
          <a:xfrm>
            <a:off x="597375" y="1063525"/>
            <a:ext cx="3908700" cy="378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21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Livvic Light"/>
              <a:buChar char="●"/>
              <a:defRPr sz="1200"/>
            </a:lvl1pPr>
            <a:lvl2pPr marL="914400" lvl="1" indent="-292100" rtl="0">
              <a:spcBef>
                <a:spcPts val="1600"/>
              </a:spcBef>
              <a:spcAft>
                <a:spcPts val="0"/>
              </a:spcAft>
              <a:buSzPts val="1000"/>
              <a:buFont typeface="Nunito Light"/>
              <a:buChar char="○"/>
              <a:defRPr/>
            </a:lvl2pPr>
            <a:lvl3pPr marL="1371600" lvl="2" indent="-292100" rtl="0">
              <a:spcBef>
                <a:spcPts val="1600"/>
              </a:spcBef>
              <a:spcAft>
                <a:spcPts val="0"/>
              </a:spcAft>
              <a:buSzPts val="1000"/>
              <a:buFont typeface="Nunito Light"/>
              <a:buChar char="■"/>
              <a:defRPr/>
            </a:lvl3pPr>
            <a:lvl4pPr marL="1828800" lvl="3" indent="-292100" rtl="0">
              <a:spcBef>
                <a:spcPts val="1600"/>
              </a:spcBef>
              <a:spcAft>
                <a:spcPts val="0"/>
              </a:spcAft>
              <a:buSzPts val="1000"/>
              <a:buFont typeface="Nunito Light"/>
              <a:buChar char="●"/>
              <a:defRPr/>
            </a:lvl4pPr>
            <a:lvl5pPr marL="2286000" lvl="4" indent="-292100" rtl="0">
              <a:spcBef>
                <a:spcPts val="1600"/>
              </a:spcBef>
              <a:spcAft>
                <a:spcPts val="0"/>
              </a:spcAft>
              <a:buSzPts val="1000"/>
              <a:buFont typeface="Nunito Light"/>
              <a:buChar char="○"/>
              <a:defRPr/>
            </a:lvl5pPr>
            <a:lvl6pPr marL="2743200" lvl="5" indent="-292100" rtl="0">
              <a:spcBef>
                <a:spcPts val="1600"/>
              </a:spcBef>
              <a:spcAft>
                <a:spcPts val="0"/>
              </a:spcAft>
              <a:buSzPts val="1000"/>
              <a:buFont typeface="Nunito Light"/>
              <a:buChar char="■"/>
              <a:defRPr/>
            </a:lvl6pPr>
            <a:lvl7pPr marL="3200400" lvl="6" indent="-292100" rtl="0">
              <a:spcBef>
                <a:spcPts val="1600"/>
              </a:spcBef>
              <a:spcAft>
                <a:spcPts val="0"/>
              </a:spcAft>
              <a:buSzPts val="1000"/>
              <a:buFont typeface="Nunito Light"/>
              <a:buChar char="●"/>
              <a:defRPr/>
            </a:lvl7pPr>
            <a:lvl8pPr marL="3657600" lvl="7" indent="-292100" rtl="0">
              <a:spcBef>
                <a:spcPts val="1600"/>
              </a:spcBef>
              <a:spcAft>
                <a:spcPts val="0"/>
              </a:spcAft>
              <a:buSzPts val="1000"/>
              <a:buFont typeface="Nunito Light"/>
              <a:buChar char="○"/>
              <a:defRPr/>
            </a:lvl8pPr>
            <a:lvl9pPr marL="4114800" lvl="8" indent="-292100" rtl="0">
              <a:spcBef>
                <a:spcPts val="1600"/>
              </a:spcBef>
              <a:spcAft>
                <a:spcPts val="1600"/>
              </a:spcAft>
              <a:buSzPts val="10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411" name="Google Shape;411;p20"/>
          <p:cNvSpPr txBox="1">
            <a:spLocks noGrp="1"/>
          </p:cNvSpPr>
          <p:nvPr>
            <p:ph type="ctrTitle"/>
          </p:nvPr>
        </p:nvSpPr>
        <p:spPr>
          <a:xfrm>
            <a:off x="618825" y="411675"/>
            <a:ext cx="47277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3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None/>
              <a:defRPr sz="1800">
                <a:solidFill>
                  <a:srgbClr val="D9D9D9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None/>
              <a:defRPr sz="1800">
                <a:solidFill>
                  <a:srgbClr val="D9D9D9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None/>
              <a:defRPr sz="1800">
                <a:solidFill>
                  <a:srgbClr val="D9D9D9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None/>
              <a:defRPr sz="1800">
                <a:solidFill>
                  <a:srgbClr val="D9D9D9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None/>
              <a:defRPr sz="1800">
                <a:solidFill>
                  <a:srgbClr val="D9D9D9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None/>
              <a:defRPr sz="1800">
                <a:solidFill>
                  <a:srgbClr val="D9D9D9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None/>
              <a:defRPr sz="1800">
                <a:solidFill>
                  <a:srgbClr val="D9D9D9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None/>
              <a:defRPr sz="1800">
                <a:solidFill>
                  <a:srgbClr val="D9D9D9"/>
                </a:solidFill>
              </a:defRPr>
            </a:lvl9pPr>
          </a:lstStyle>
          <a:p>
            <a:endParaRPr/>
          </a:p>
        </p:txBody>
      </p:sp>
      <p:sp>
        <p:nvSpPr>
          <p:cNvPr id="412" name="Google Shape;412;p20"/>
          <p:cNvSpPr txBox="1">
            <a:spLocks noGrp="1"/>
          </p:cNvSpPr>
          <p:nvPr>
            <p:ph type="body" idx="2"/>
          </p:nvPr>
        </p:nvSpPr>
        <p:spPr>
          <a:xfrm>
            <a:off x="4690125" y="1063525"/>
            <a:ext cx="3908700" cy="378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21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5D37"/>
              </a:buClr>
              <a:buSzPts val="1000"/>
              <a:buFont typeface="Livvic Light"/>
              <a:buChar char="●"/>
              <a:defRPr sz="1200"/>
            </a:lvl1pPr>
            <a:lvl2pPr marL="914400" lvl="1" indent="-292100" rtl="0">
              <a:spcBef>
                <a:spcPts val="1600"/>
              </a:spcBef>
              <a:spcAft>
                <a:spcPts val="0"/>
              </a:spcAft>
              <a:buClr>
                <a:srgbClr val="FFC800"/>
              </a:buClr>
              <a:buSzPts val="1000"/>
              <a:buFont typeface="Nunito Light"/>
              <a:buChar char="○"/>
              <a:defRPr/>
            </a:lvl2pPr>
            <a:lvl3pPr marL="1371600" lvl="2" indent="-292100" rtl="0">
              <a:spcBef>
                <a:spcPts val="1600"/>
              </a:spcBef>
              <a:spcAft>
                <a:spcPts val="0"/>
              </a:spcAft>
              <a:buClr>
                <a:srgbClr val="FFC800"/>
              </a:buClr>
              <a:buSzPts val="1000"/>
              <a:buFont typeface="Nunito Light"/>
              <a:buChar char="■"/>
              <a:defRPr/>
            </a:lvl3pPr>
            <a:lvl4pPr marL="1828800" lvl="3" indent="-292100" rtl="0">
              <a:spcBef>
                <a:spcPts val="1600"/>
              </a:spcBef>
              <a:spcAft>
                <a:spcPts val="0"/>
              </a:spcAft>
              <a:buClr>
                <a:srgbClr val="FFC800"/>
              </a:buClr>
              <a:buSzPts val="1000"/>
              <a:buFont typeface="Nunito Light"/>
              <a:buChar char="●"/>
              <a:defRPr/>
            </a:lvl4pPr>
            <a:lvl5pPr marL="2286000" lvl="4" indent="-292100" rtl="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000"/>
              <a:buFont typeface="Nunito Light"/>
              <a:buChar char="○"/>
              <a:defRPr/>
            </a:lvl5pPr>
            <a:lvl6pPr marL="2743200" lvl="5" indent="-292100" rtl="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000"/>
              <a:buFont typeface="Nunito Light"/>
              <a:buChar char="■"/>
              <a:defRPr/>
            </a:lvl6pPr>
            <a:lvl7pPr marL="3200400" lvl="6" indent="-292100" rtl="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000"/>
              <a:buFont typeface="Nunito Light"/>
              <a:buChar char="●"/>
              <a:defRPr/>
            </a:lvl7pPr>
            <a:lvl8pPr marL="3657600" lvl="7" indent="-292100" rtl="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000"/>
              <a:buFont typeface="Nunito Light"/>
              <a:buChar char="○"/>
              <a:defRPr/>
            </a:lvl8pPr>
            <a:lvl9pPr marL="4114800" lvl="8" indent="-292100" rtl="0">
              <a:spcBef>
                <a:spcPts val="1600"/>
              </a:spcBef>
              <a:spcAft>
                <a:spcPts val="1600"/>
              </a:spcAft>
              <a:buClr>
                <a:srgbClr val="434343"/>
              </a:buClr>
              <a:buSzPts val="10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413" name="Google Shape;413;p20"/>
          <p:cNvSpPr/>
          <p:nvPr/>
        </p:nvSpPr>
        <p:spPr>
          <a:xfrm>
            <a:off x="8829925" y="1123700"/>
            <a:ext cx="108650" cy="108625"/>
          </a:xfrm>
          <a:custGeom>
            <a:avLst/>
            <a:gdLst/>
            <a:ahLst/>
            <a:cxnLst/>
            <a:rect l="l" t="t" r="r" b="b"/>
            <a:pathLst>
              <a:path w="4346" h="4345" extrusionOk="0">
                <a:moveTo>
                  <a:pt x="4027" y="337"/>
                </a:moveTo>
                <a:lnTo>
                  <a:pt x="4027" y="4008"/>
                </a:lnTo>
                <a:lnTo>
                  <a:pt x="338" y="4008"/>
                </a:lnTo>
                <a:lnTo>
                  <a:pt x="338" y="337"/>
                </a:lnTo>
                <a:close/>
                <a:moveTo>
                  <a:pt x="1" y="0"/>
                </a:moveTo>
                <a:lnTo>
                  <a:pt x="1" y="4345"/>
                </a:lnTo>
                <a:lnTo>
                  <a:pt x="4346" y="4345"/>
                </a:lnTo>
                <a:lnTo>
                  <a:pt x="4346" y="0"/>
                </a:lnTo>
                <a:close/>
              </a:path>
            </a:pathLst>
          </a:custGeom>
          <a:solidFill>
            <a:srgbClr val="FF997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4" name="Google Shape;414;p20"/>
          <p:cNvSpPr/>
          <p:nvPr/>
        </p:nvSpPr>
        <p:spPr>
          <a:xfrm>
            <a:off x="9156250" y="1340450"/>
            <a:ext cx="111450" cy="110975"/>
          </a:xfrm>
          <a:custGeom>
            <a:avLst/>
            <a:gdLst/>
            <a:ahLst/>
            <a:cxnLst/>
            <a:rect l="l" t="t" r="r" b="b"/>
            <a:pathLst>
              <a:path w="4458" h="4439" extrusionOk="0">
                <a:moveTo>
                  <a:pt x="4008" y="431"/>
                </a:moveTo>
                <a:lnTo>
                  <a:pt x="4008" y="4008"/>
                </a:lnTo>
                <a:lnTo>
                  <a:pt x="431" y="4008"/>
                </a:lnTo>
                <a:lnTo>
                  <a:pt x="431" y="431"/>
                </a:lnTo>
                <a:close/>
                <a:moveTo>
                  <a:pt x="0" y="1"/>
                </a:moveTo>
                <a:lnTo>
                  <a:pt x="0" y="4439"/>
                </a:lnTo>
                <a:lnTo>
                  <a:pt x="4457" y="4439"/>
                </a:lnTo>
                <a:lnTo>
                  <a:pt x="4457" y="1"/>
                </a:lnTo>
                <a:close/>
              </a:path>
            </a:pathLst>
          </a:custGeom>
          <a:solidFill>
            <a:srgbClr val="FF997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5" name="Google Shape;415;p20"/>
          <p:cNvSpPr/>
          <p:nvPr/>
        </p:nvSpPr>
        <p:spPr>
          <a:xfrm>
            <a:off x="5809850" y="214400"/>
            <a:ext cx="108625" cy="108625"/>
          </a:xfrm>
          <a:custGeom>
            <a:avLst/>
            <a:gdLst/>
            <a:ahLst/>
            <a:cxnLst/>
            <a:rect l="l" t="t" r="r" b="b"/>
            <a:pathLst>
              <a:path w="4345" h="4345" extrusionOk="0">
                <a:moveTo>
                  <a:pt x="4008" y="337"/>
                </a:moveTo>
                <a:lnTo>
                  <a:pt x="4008" y="4008"/>
                </a:lnTo>
                <a:lnTo>
                  <a:pt x="337" y="4008"/>
                </a:lnTo>
                <a:lnTo>
                  <a:pt x="337" y="337"/>
                </a:lnTo>
                <a:close/>
                <a:moveTo>
                  <a:pt x="0" y="0"/>
                </a:moveTo>
                <a:lnTo>
                  <a:pt x="0" y="4345"/>
                </a:lnTo>
                <a:lnTo>
                  <a:pt x="4345" y="4345"/>
                </a:lnTo>
                <a:lnTo>
                  <a:pt x="4345" y="0"/>
                </a:lnTo>
                <a:close/>
              </a:path>
            </a:pathLst>
          </a:custGeom>
          <a:solidFill>
            <a:srgbClr val="E898A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6" name="Google Shape;416;p20"/>
          <p:cNvSpPr/>
          <p:nvPr/>
        </p:nvSpPr>
        <p:spPr>
          <a:xfrm>
            <a:off x="7079800" y="420088"/>
            <a:ext cx="164825" cy="164375"/>
          </a:xfrm>
          <a:custGeom>
            <a:avLst/>
            <a:gdLst/>
            <a:ahLst/>
            <a:cxnLst/>
            <a:rect l="l" t="t" r="r" b="b"/>
            <a:pathLst>
              <a:path w="6593" h="6575" extrusionOk="0">
                <a:moveTo>
                  <a:pt x="6256" y="338"/>
                </a:moveTo>
                <a:lnTo>
                  <a:pt x="6256" y="6237"/>
                </a:lnTo>
                <a:lnTo>
                  <a:pt x="338" y="6237"/>
                </a:lnTo>
                <a:lnTo>
                  <a:pt x="338" y="338"/>
                </a:lnTo>
                <a:close/>
                <a:moveTo>
                  <a:pt x="1" y="1"/>
                </a:moveTo>
                <a:lnTo>
                  <a:pt x="1" y="6574"/>
                </a:lnTo>
                <a:lnTo>
                  <a:pt x="6593" y="6574"/>
                </a:lnTo>
                <a:lnTo>
                  <a:pt x="6593" y="1"/>
                </a:lnTo>
                <a:close/>
              </a:path>
            </a:pathLst>
          </a:custGeom>
          <a:solidFill>
            <a:srgbClr val="FF997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7" name="Google Shape;417;p20"/>
          <p:cNvSpPr/>
          <p:nvPr/>
        </p:nvSpPr>
        <p:spPr>
          <a:xfrm>
            <a:off x="7952700" y="278513"/>
            <a:ext cx="44975" cy="44500"/>
          </a:xfrm>
          <a:custGeom>
            <a:avLst/>
            <a:gdLst/>
            <a:ahLst/>
            <a:cxnLst/>
            <a:rect l="l" t="t" r="r" b="b"/>
            <a:pathLst>
              <a:path w="1799" h="1780" extrusionOk="0">
                <a:moveTo>
                  <a:pt x="1" y="1"/>
                </a:moveTo>
                <a:lnTo>
                  <a:pt x="1" y="1780"/>
                </a:lnTo>
                <a:lnTo>
                  <a:pt x="1798" y="1780"/>
                </a:lnTo>
                <a:lnTo>
                  <a:pt x="1798" y="1"/>
                </a:lnTo>
                <a:close/>
              </a:path>
            </a:pathLst>
          </a:custGeom>
          <a:solidFill>
            <a:srgbClr val="00CF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20"/>
          <p:cNvSpPr/>
          <p:nvPr/>
        </p:nvSpPr>
        <p:spPr>
          <a:xfrm>
            <a:off x="7372450" y="-69325"/>
            <a:ext cx="155925" cy="155925"/>
          </a:xfrm>
          <a:custGeom>
            <a:avLst/>
            <a:gdLst/>
            <a:ahLst/>
            <a:cxnLst/>
            <a:rect l="l" t="t" r="r" b="b"/>
            <a:pathLst>
              <a:path w="6237" h="6237" extrusionOk="0">
                <a:moveTo>
                  <a:pt x="0" y="0"/>
                </a:moveTo>
                <a:lnTo>
                  <a:pt x="0" y="6236"/>
                </a:lnTo>
                <a:lnTo>
                  <a:pt x="6236" y="6236"/>
                </a:lnTo>
                <a:lnTo>
                  <a:pt x="6236" y="0"/>
                </a:lnTo>
                <a:close/>
              </a:path>
            </a:pathLst>
          </a:custGeom>
          <a:solidFill>
            <a:srgbClr val="00CF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9" name="Google Shape;419;p20"/>
          <p:cNvSpPr/>
          <p:nvPr/>
        </p:nvSpPr>
        <p:spPr>
          <a:xfrm>
            <a:off x="8464275" y="355050"/>
            <a:ext cx="155925" cy="156400"/>
          </a:xfrm>
          <a:custGeom>
            <a:avLst/>
            <a:gdLst/>
            <a:ahLst/>
            <a:cxnLst/>
            <a:rect l="l" t="t" r="r" b="b"/>
            <a:pathLst>
              <a:path w="6237" h="6256" extrusionOk="0">
                <a:moveTo>
                  <a:pt x="1" y="1"/>
                </a:moveTo>
                <a:lnTo>
                  <a:pt x="1" y="6256"/>
                </a:lnTo>
                <a:lnTo>
                  <a:pt x="6237" y="6256"/>
                </a:lnTo>
                <a:lnTo>
                  <a:pt x="6237" y="1"/>
                </a:lnTo>
                <a:close/>
              </a:path>
            </a:pathLst>
          </a:custGeom>
          <a:solidFill>
            <a:srgbClr val="00CF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0" name="Google Shape;420;p20"/>
          <p:cNvSpPr/>
          <p:nvPr/>
        </p:nvSpPr>
        <p:spPr>
          <a:xfrm>
            <a:off x="7264275" y="607363"/>
            <a:ext cx="122675" cy="122675"/>
          </a:xfrm>
          <a:custGeom>
            <a:avLst/>
            <a:gdLst/>
            <a:ahLst/>
            <a:cxnLst/>
            <a:rect l="l" t="t" r="r" b="b"/>
            <a:pathLst>
              <a:path w="4907" h="4907" extrusionOk="0">
                <a:moveTo>
                  <a:pt x="0" y="1"/>
                </a:moveTo>
                <a:lnTo>
                  <a:pt x="0" y="4907"/>
                </a:lnTo>
                <a:lnTo>
                  <a:pt x="4907" y="4907"/>
                </a:lnTo>
                <a:lnTo>
                  <a:pt x="4907" y="1"/>
                </a:lnTo>
                <a:close/>
              </a:path>
            </a:pathLst>
          </a:custGeom>
          <a:solidFill>
            <a:srgbClr val="00CF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1" name="Google Shape;421;p20"/>
          <p:cNvSpPr/>
          <p:nvPr/>
        </p:nvSpPr>
        <p:spPr>
          <a:xfrm>
            <a:off x="6298850" y="907625"/>
            <a:ext cx="155925" cy="155900"/>
          </a:xfrm>
          <a:custGeom>
            <a:avLst/>
            <a:gdLst/>
            <a:ahLst/>
            <a:cxnLst/>
            <a:rect l="l" t="t" r="r" b="b"/>
            <a:pathLst>
              <a:path w="6237" h="6236" extrusionOk="0">
                <a:moveTo>
                  <a:pt x="1" y="0"/>
                </a:moveTo>
                <a:lnTo>
                  <a:pt x="1" y="6236"/>
                </a:lnTo>
                <a:lnTo>
                  <a:pt x="6237" y="6236"/>
                </a:lnTo>
                <a:lnTo>
                  <a:pt x="6237" y="0"/>
                </a:lnTo>
                <a:close/>
              </a:path>
            </a:pathLst>
          </a:custGeom>
          <a:solidFill>
            <a:srgbClr val="E898A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2" name="Google Shape;422;p20"/>
          <p:cNvSpPr/>
          <p:nvPr/>
        </p:nvSpPr>
        <p:spPr>
          <a:xfrm>
            <a:off x="-83000" y="4540463"/>
            <a:ext cx="164825" cy="164375"/>
          </a:xfrm>
          <a:custGeom>
            <a:avLst/>
            <a:gdLst/>
            <a:ahLst/>
            <a:cxnLst/>
            <a:rect l="l" t="t" r="r" b="b"/>
            <a:pathLst>
              <a:path w="6593" h="6575" extrusionOk="0">
                <a:moveTo>
                  <a:pt x="6256" y="338"/>
                </a:moveTo>
                <a:lnTo>
                  <a:pt x="6256" y="6237"/>
                </a:lnTo>
                <a:lnTo>
                  <a:pt x="338" y="6237"/>
                </a:lnTo>
                <a:lnTo>
                  <a:pt x="338" y="338"/>
                </a:lnTo>
                <a:close/>
                <a:moveTo>
                  <a:pt x="1" y="1"/>
                </a:moveTo>
                <a:lnTo>
                  <a:pt x="1" y="6574"/>
                </a:lnTo>
                <a:lnTo>
                  <a:pt x="6593" y="6574"/>
                </a:lnTo>
                <a:lnTo>
                  <a:pt x="6593" y="1"/>
                </a:lnTo>
                <a:close/>
              </a:path>
            </a:pathLst>
          </a:custGeom>
          <a:solidFill>
            <a:srgbClr val="FF997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3" name="Google Shape;423;p20"/>
          <p:cNvSpPr/>
          <p:nvPr/>
        </p:nvSpPr>
        <p:spPr>
          <a:xfrm>
            <a:off x="101475" y="4727738"/>
            <a:ext cx="122675" cy="122675"/>
          </a:xfrm>
          <a:custGeom>
            <a:avLst/>
            <a:gdLst/>
            <a:ahLst/>
            <a:cxnLst/>
            <a:rect l="l" t="t" r="r" b="b"/>
            <a:pathLst>
              <a:path w="4907" h="4907" extrusionOk="0">
                <a:moveTo>
                  <a:pt x="0" y="1"/>
                </a:moveTo>
                <a:lnTo>
                  <a:pt x="0" y="4907"/>
                </a:lnTo>
                <a:lnTo>
                  <a:pt x="4907" y="4907"/>
                </a:lnTo>
                <a:lnTo>
                  <a:pt x="4907" y="1"/>
                </a:lnTo>
                <a:close/>
              </a:path>
            </a:pathLst>
          </a:custGeom>
          <a:solidFill>
            <a:srgbClr val="00CF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5">
    <p:spTree>
      <p:nvGrpSpPr>
        <p:cNvPr id="1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Share Tech"/>
              <a:buNone/>
              <a:defRPr sz="2800">
                <a:solidFill>
                  <a:schemeClr val="lt1"/>
                </a:solidFill>
                <a:latin typeface="Share Tech"/>
                <a:ea typeface="Share Tech"/>
                <a:cs typeface="Share Tech"/>
                <a:sym typeface="Share Tech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Share Tech"/>
              <a:buNone/>
              <a:defRPr sz="2800">
                <a:solidFill>
                  <a:schemeClr val="lt1"/>
                </a:solidFill>
                <a:latin typeface="Share Tech"/>
                <a:ea typeface="Share Tech"/>
                <a:cs typeface="Share Tech"/>
                <a:sym typeface="Share Tech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Share Tech"/>
              <a:buNone/>
              <a:defRPr sz="2800">
                <a:solidFill>
                  <a:schemeClr val="lt1"/>
                </a:solidFill>
                <a:latin typeface="Share Tech"/>
                <a:ea typeface="Share Tech"/>
                <a:cs typeface="Share Tech"/>
                <a:sym typeface="Share Tech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Share Tech"/>
              <a:buNone/>
              <a:defRPr sz="2800">
                <a:solidFill>
                  <a:schemeClr val="lt1"/>
                </a:solidFill>
                <a:latin typeface="Share Tech"/>
                <a:ea typeface="Share Tech"/>
                <a:cs typeface="Share Tech"/>
                <a:sym typeface="Share Tech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Share Tech"/>
              <a:buNone/>
              <a:defRPr sz="2800">
                <a:solidFill>
                  <a:schemeClr val="lt1"/>
                </a:solidFill>
                <a:latin typeface="Share Tech"/>
                <a:ea typeface="Share Tech"/>
                <a:cs typeface="Share Tech"/>
                <a:sym typeface="Share Tech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Share Tech"/>
              <a:buNone/>
              <a:defRPr sz="2800">
                <a:solidFill>
                  <a:schemeClr val="lt1"/>
                </a:solidFill>
                <a:latin typeface="Share Tech"/>
                <a:ea typeface="Share Tech"/>
                <a:cs typeface="Share Tech"/>
                <a:sym typeface="Share Tech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Share Tech"/>
              <a:buNone/>
              <a:defRPr sz="2800">
                <a:solidFill>
                  <a:schemeClr val="lt1"/>
                </a:solidFill>
                <a:latin typeface="Share Tech"/>
                <a:ea typeface="Share Tech"/>
                <a:cs typeface="Share Tech"/>
                <a:sym typeface="Share Tech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Share Tech"/>
              <a:buNone/>
              <a:defRPr sz="2800">
                <a:solidFill>
                  <a:schemeClr val="lt1"/>
                </a:solidFill>
                <a:latin typeface="Share Tech"/>
                <a:ea typeface="Share Tech"/>
                <a:cs typeface="Share Tech"/>
                <a:sym typeface="Share Tech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Share Tech"/>
              <a:buNone/>
              <a:defRPr sz="2800">
                <a:solidFill>
                  <a:schemeClr val="lt1"/>
                </a:solidFill>
                <a:latin typeface="Share Tech"/>
                <a:ea typeface="Share Tech"/>
                <a:cs typeface="Share Tech"/>
                <a:sym typeface="Share Tech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ven Pro"/>
              <a:buChar char="●"/>
              <a:defRPr sz="18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aven Pro"/>
              <a:buChar char="○"/>
              <a:defRPr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aven Pro"/>
              <a:buChar char="■"/>
              <a:defRPr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aven Pro"/>
              <a:buChar char="●"/>
              <a:defRPr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aven Pro"/>
              <a:buChar char="○"/>
              <a:defRPr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aven Pro"/>
              <a:buChar char="■"/>
              <a:defRPr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aven Pro"/>
              <a:buChar char="●"/>
              <a:defRPr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aven Pro"/>
              <a:buChar char="○"/>
              <a:defRPr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Maven Pro"/>
              <a:buChar char="■"/>
              <a:defRPr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5" r:id="rId2"/>
    <p:sldLayoutId id="2147483659" r:id="rId3"/>
    <p:sldLayoutId id="2147483666" r:id="rId4"/>
    <p:sldLayoutId id="2147483667" r:id="rId5"/>
    <p:sldLayoutId id="2147483668" r:id="rId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5" Type="http://schemas.microsoft.com/office/2007/relationships/hdphoto" Target="../media/hdphoto2.wdp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 10">
            <a:extLst>
              <a:ext uri="{FF2B5EF4-FFF2-40B4-BE49-F238E27FC236}">
                <a16:creationId xmlns:a16="http://schemas.microsoft.com/office/drawing/2014/main" id="{15E3628A-3801-50E2-C992-EFEFA618AB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2" y="0"/>
            <a:ext cx="9136315" cy="5143500"/>
          </a:xfrm>
          <a:prstGeom prst="rect">
            <a:avLst/>
          </a:prstGeom>
        </p:spPr>
      </p:pic>
      <p:sp>
        <p:nvSpPr>
          <p:cNvPr id="452" name="Google Shape;452;p25"/>
          <p:cNvSpPr/>
          <p:nvPr/>
        </p:nvSpPr>
        <p:spPr>
          <a:xfrm>
            <a:off x="2355692" y="3696328"/>
            <a:ext cx="8464" cy="2519663"/>
          </a:xfrm>
          <a:custGeom>
            <a:avLst/>
            <a:gdLst/>
            <a:ahLst/>
            <a:cxnLst/>
            <a:rect l="l" t="t" r="r" b="b"/>
            <a:pathLst>
              <a:path w="323" h="96152" extrusionOk="0">
                <a:moveTo>
                  <a:pt x="166" y="1"/>
                </a:moveTo>
                <a:lnTo>
                  <a:pt x="1" y="96151"/>
                </a:lnTo>
                <a:lnTo>
                  <a:pt x="322" y="96151"/>
                </a:lnTo>
                <a:lnTo>
                  <a:pt x="166" y="1"/>
                </a:lnTo>
                <a:close/>
              </a:path>
            </a:pathLst>
          </a:custGeom>
          <a:solidFill>
            <a:srgbClr val="FFD6E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/>
          </a:p>
        </p:txBody>
      </p:sp>
      <p:sp>
        <p:nvSpPr>
          <p:cNvPr id="12" name="Google Shape;479;p27">
            <a:extLst>
              <a:ext uri="{FF2B5EF4-FFF2-40B4-BE49-F238E27FC236}">
                <a16:creationId xmlns:a16="http://schemas.microsoft.com/office/drawing/2014/main" id="{AD0B9451-392B-1E9E-B519-6D98AD0203FA}"/>
              </a:ext>
            </a:extLst>
          </p:cNvPr>
          <p:cNvSpPr txBox="1">
            <a:spLocks/>
          </p:cNvSpPr>
          <p:nvPr/>
        </p:nvSpPr>
        <p:spPr>
          <a:xfrm>
            <a:off x="611919" y="2154670"/>
            <a:ext cx="3496008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US" sz="3000" b="1" noProof="0" dirty="0">
                <a:latin typeface="Roboto Condensed" panose="02000000000000000000" pitchFamily="2" charset="0"/>
                <a:ea typeface="Roboto Condensed" panose="02000000000000000000" pitchFamily="2" charset="0"/>
              </a:rPr>
              <a:t>Dockyter</a:t>
            </a:r>
          </a:p>
        </p:txBody>
      </p:sp>
      <p:sp>
        <p:nvSpPr>
          <p:cNvPr id="26" name="Google Shape;479;p27">
            <a:extLst>
              <a:ext uri="{FF2B5EF4-FFF2-40B4-BE49-F238E27FC236}">
                <a16:creationId xmlns:a16="http://schemas.microsoft.com/office/drawing/2014/main" id="{28B4ABD9-A1F8-2FD4-C0ED-C326E0DD10B1}"/>
              </a:ext>
            </a:extLst>
          </p:cNvPr>
          <p:cNvSpPr txBox="1">
            <a:spLocks/>
          </p:cNvSpPr>
          <p:nvPr/>
        </p:nvSpPr>
        <p:spPr>
          <a:xfrm>
            <a:off x="603451" y="3015676"/>
            <a:ext cx="3504475" cy="34602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US" sz="1500" noProof="0" dirty="0">
                <a:latin typeface="Roboto Condensed" panose="02000000000000000000" pitchFamily="2" charset="0"/>
                <a:ea typeface="Roboto Condensed" panose="02000000000000000000" pitchFamily="2" charset="0"/>
              </a:rPr>
              <a:t>Semester project</a:t>
            </a:r>
          </a:p>
        </p:txBody>
      </p:sp>
      <p:sp>
        <p:nvSpPr>
          <p:cNvPr id="27" name="Google Shape;479;p27">
            <a:extLst>
              <a:ext uri="{FF2B5EF4-FFF2-40B4-BE49-F238E27FC236}">
                <a16:creationId xmlns:a16="http://schemas.microsoft.com/office/drawing/2014/main" id="{79BD4140-F290-7238-AD64-9C90E68DBBC5}"/>
              </a:ext>
            </a:extLst>
          </p:cNvPr>
          <p:cNvSpPr txBox="1">
            <a:spLocks/>
          </p:cNvSpPr>
          <p:nvPr/>
        </p:nvSpPr>
        <p:spPr>
          <a:xfrm>
            <a:off x="1861612" y="3413122"/>
            <a:ext cx="1005085" cy="28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US" sz="1000" noProof="0" dirty="0">
                <a:latin typeface="Roboto Condensed" panose="02000000000000000000" pitchFamily="2" charset="0"/>
                <a:ea typeface="Roboto Condensed" panose="02000000000000000000" pitchFamily="2" charset="0"/>
              </a:rPr>
              <a:t>Masserey Simon</a:t>
            </a:r>
          </a:p>
        </p:txBody>
      </p:sp>
      <p:sp>
        <p:nvSpPr>
          <p:cNvPr id="2" name="AutoShape 2" descr="Docker Vector Logo - Download Free SVG Icon | Worldvectorlogo">
            <a:extLst>
              <a:ext uri="{FF2B5EF4-FFF2-40B4-BE49-F238E27FC236}">
                <a16:creationId xmlns:a16="http://schemas.microsoft.com/office/drawing/2014/main" id="{CF3627A4-97A7-0EE1-9E48-950493E5F98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pic>
        <p:nvPicPr>
          <p:cNvPr id="6" name="Image 5" descr="Une image contenant Graphique, graphisme, clipart, poisson&#10;&#10;Le contenu généré par l’IA peut être incorrect.">
            <a:extLst>
              <a:ext uri="{FF2B5EF4-FFF2-40B4-BE49-F238E27FC236}">
                <a16:creationId xmlns:a16="http://schemas.microsoft.com/office/drawing/2014/main" id="{E9C229B5-6919-90FF-AE77-790E8116CF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7028" y="235811"/>
            <a:ext cx="1642652" cy="1379828"/>
          </a:xfrm>
          <a:prstGeom prst="rect">
            <a:avLst/>
          </a:prstGeom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9A09B909-3C17-33CD-4493-B20D7E9C5E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57842" y="1721593"/>
            <a:ext cx="1418860" cy="1645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Image 12" descr="Une image contenant capture d’écran, Police, Graphique, texte&#10;&#10;Le contenu généré par l’IA peut être incorrect.">
            <a:extLst>
              <a:ext uri="{FF2B5EF4-FFF2-40B4-BE49-F238E27FC236}">
                <a16:creationId xmlns:a16="http://schemas.microsoft.com/office/drawing/2014/main" id="{D5D1F200-62DC-21AA-7A4A-015BCA88953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1999" y="3188686"/>
            <a:ext cx="2220008" cy="1972107"/>
          </a:xfrm>
          <a:prstGeom prst="rect">
            <a:avLst/>
          </a:prstGeom>
        </p:spPr>
      </p:pic>
    </p:spTree>
  </p:cSld>
  <p:clrMapOvr>
    <a:masterClrMapping/>
  </p:clrMapOvr>
  <p:transition spd="med">
    <p:pull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27"/>
          <p:cNvSpPr txBox="1">
            <a:spLocks noGrp="1"/>
          </p:cNvSpPr>
          <p:nvPr>
            <p:ph type="subTitle" idx="1"/>
          </p:nvPr>
        </p:nvSpPr>
        <p:spPr>
          <a:xfrm>
            <a:off x="730328" y="1112260"/>
            <a:ext cx="4298871" cy="5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Roboto Condensed" panose="02000000000000000000" pitchFamily="2" charset="0"/>
                <a:ea typeface="Roboto Condensed" panose="02000000000000000000" pitchFamily="2" charset="0"/>
              </a:rPr>
              <a:t>PROJECT DESCRIPTION</a:t>
            </a:r>
          </a:p>
        </p:txBody>
      </p:sp>
      <p:sp>
        <p:nvSpPr>
          <p:cNvPr id="475" name="Google Shape;475;p27"/>
          <p:cNvSpPr txBox="1">
            <a:spLocks noGrp="1"/>
          </p:cNvSpPr>
          <p:nvPr>
            <p:ph type="subTitle" idx="2"/>
          </p:nvPr>
        </p:nvSpPr>
        <p:spPr>
          <a:xfrm>
            <a:off x="730328" y="2729579"/>
            <a:ext cx="4810671" cy="37499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latin typeface="Roboto Condensed" panose="02000000000000000000" pitchFamily="2" charset="0"/>
              <a:ea typeface="Roboto Condensed" panose="02000000000000000000" pitchFamily="2" charset="0"/>
            </a:endParaRPr>
          </a:p>
        </p:txBody>
      </p:sp>
      <p:sp>
        <p:nvSpPr>
          <p:cNvPr id="477" name="Google Shape;477;p27"/>
          <p:cNvSpPr txBox="1">
            <a:spLocks noGrp="1"/>
          </p:cNvSpPr>
          <p:nvPr>
            <p:ph type="subTitle" idx="5"/>
          </p:nvPr>
        </p:nvSpPr>
        <p:spPr>
          <a:xfrm>
            <a:off x="730328" y="1664028"/>
            <a:ext cx="4298871" cy="37499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Roboto Condensed" panose="02000000000000000000" pitchFamily="2" charset="0"/>
                <a:ea typeface="Roboto Condensed" panose="02000000000000000000" pitchFamily="2" charset="0"/>
              </a:rPr>
              <a:t>TARGET AUDIENCE &amp; PURPOSE</a:t>
            </a:r>
          </a:p>
        </p:txBody>
      </p:sp>
      <p:sp>
        <p:nvSpPr>
          <p:cNvPr id="479" name="Google Shape;479;p27"/>
          <p:cNvSpPr txBox="1">
            <a:spLocks noGrp="1"/>
          </p:cNvSpPr>
          <p:nvPr>
            <p:ph type="ctrTitle" idx="7"/>
          </p:nvPr>
        </p:nvSpPr>
        <p:spPr>
          <a:xfrm>
            <a:off x="618825" y="411675"/>
            <a:ext cx="45762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Roboto Condensed" panose="02000000000000000000" pitchFamily="2" charset="0"/>
                <a:ea typeface="Roboto Condensed" panose="02000000000000000000" pitchFamily="2" charset="0"/>
              </a:rPr>
              <a:t>TABLE OF CONTENTS</a:t>
            </a:r>
          </a:p>
        </p:txBody>
      </p:sp>
      <p:sp>
        <p:nvSpPr>
          <p:cNvPr id="482" name="Google Shape;482;p27"/>
          <p:cNvSpPr/>
          <p:nvPr/>
        </p:nvSpPr>
        <p:spPr>
          <a:xfrm>
            <a:off x="4994023" y="1646567"/>
            <a:ext cx="420775" cy="41313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latin typeface="Roboto Condensed" panose="02000000000000000000" pitchFamily="2" charset="0"/>
              <a:ea typeface="Roboto Condensed" panose="02000000000000000000" pitchFamily="2" charset="0"/>
            </a:endParaRPr>
          </a:p>
        </p:txBody>
      </p:sp>
      <p:sp>
        <p:nvSpPr>
          <p:cNvPr id="483" name="Google Shape;483;p27"/>
          <p:cNvSpPr/>
          <p:nvPr/>
        </p:nvSpPr>
        <p:spPr>
          <a:xfrm>
            <a:off x="4994379" y="1129934"/>
            <a:ext cx="427518" cy="41670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latin typeface="Roboto Condensed" panose="02000000000000000000" pitchFamily="2" charset="0"/>
              <a:ea typeface="Roboto Condensed" panose="02000000000000000000" pitchFamily="2" charset="0"/>
            </a:endParaRPr>
          </a:p>
        </p:txBody>
      </p:sp>
      <p:sp>
        <p:nvSpPr>
          <p:cNvPr id="487" name="Google Shape;487;p27"/>
          <p:cNvSpPr/>
          <p:nvPr/>
        </p:nvSpPr>
        <p:spPr>
          <a:xfrm>
            <a:off x="8709829" y="4179125"/>
            <a:ext cx="238733" cy="238031"/>
          </a:xfrm>
          <a:custGeom>
            <a:avLst/>
            <a:gdLst/>
            <a:ahLst/>
            <a:cxnLst/>
            <a:rect l="l" t="t" r="r" b="b"/>
            <a:pathLst>
              <a:path w="6593" h="6575" extrusionOk="0">
                <a:moveTo>
                  <a:pt x="6256" y="338"/>
                </a:moveTo>
                <a:lnTo>
                  <a:pt x="6256" y="6237"/>
                </a:lnTo>
                <a:lnTo>
                  <a:pt x="338" y="6237"/>
                </a:lnTo>
                <a:lnTo>
                  <a:pt x="338" y="338"/>
                </a:lnTo>
                <a:close/>
                <a:moveTo>
                  <a:pt x="1" y="1"/>
                </a:moveTo>
                <a:lnTo>
                  <a:pt x="1" y="6574"/>
                </a:lnTo>
                <a:lnTo>
                  <a:pt x="6593" y="6574"/>
                </a:lnTo>
                <a:lnTo>
                  <a:pt x="6593" y="1"/>
                </a:lnTo>
                <a:close/>
              </a:path>
            </a:pathLst>
          </a:custGeom>
          <a:solidFill>
            <a:srgbClr val="FF997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/>
          </a:p>
        </p:txBody>
      </p:sp>
      <p:sp>
        <p:nvSpPr>
          <p:cNvPr id="488" name="Google Shape;488;p27"/>
          <p:cNvSpPr/>
          <p:nvPr/>
        </p:nvSpPr>
        <p:spPr>
          <a:xfrm>
            <a:off x="7378073" y="2788945"/>
            <a:ext cx="238733" cy="238031"/>
          </a:xfrm>
          <a:custGeom>
            <a:avLst/>
            <a:gdLst/>
            <a:ahLst/>
            <a:cxnLst/>
            <a:rect l="l" t="t" r="r" b="b"/>
            <a:pathLst>
              <a:path w="6593" h="6575" extrusionOk="0">
                <a:moveTo>
                  <a:pt x="6256" y="338"/>
                </a:moveTo>
                <a:lnTo>
                  <a:pt x="6256" y="6237"/>
                </a:lnTo>
                <a:lnTo>
                  <a:pt x="338" y="6237"/>
                </a:lnTo>
                <a:lnTo>
                  <a:pt x="338" y="338"/>
                </a:lnTo>
                <a:close/>
                <a:moveTo>
                  <a:pt x="1" y="1"/>
                </a:moveTo>
                <a:lnTo>
                  <a:pt x="1" y="6574"/>
                </a:lnTo>
                <a:lnTo>
                  <a:pt x="6593" y="6574"/>
                </a:lnTo>
                <a:lnTo>
                  <a:pt x="6593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/>
          </a:p>
        </p:txBody>
      </p:sp>
      <p:grpSp>
        <p:nvGrpSpPr>
          <p:cNvPr id="497" name="Google Shape;497;p27"/>
          <p:cNvGrpSpPr/>
          <p:nvPr/>
        </p:nvGrpSpPr>
        <p:grpSpPr>
          <a:xfrm>
            <a:off x="5058717" y="1721324"/>
            <a:ext cx="284286" cy="274839"/>
            <a:chOff x="3541011" y="3367320"/>
            <a:chExt cx="348257" cy="346188"/>
          </a:xfrm>
        </p:grpSpPr>
        <p:sp>
          <p:nvSpPr>
            <p:cNvPr id="498" name="Google Shape;498;p27"/>
            <p:cNvSpPr/>
            <p:nvPr/>
          </p:nvSpPr>
          <p:spPr>
            <a:xfrm>
              <a:off x="3541011" y="3367320"/>
              <a:ext cx="347906" cy="346188"/>
            </a:xfrm>
            <a:custGeom>
              <a:avLst/>
              <a:gdLst/>
              <a:ahLst/>
              <a:cxnLst/>
              <a:rect l="l" t="t" r="r" b="b"/>
              <a:pathLst>
                <a:path w="10931" h="10877" extrusionOk="0">
                  <a:moveTo>
                    <a:pt x="4203" y="6323"/>
                  </a:moveTo>
                  <a:cubicBezTo>
                    <a:pt x="4322" y="6454"/>
                    <a:pt x="4465" y="6609"/>
                    <a:pt x="4620" y="6740"/>
                  </a:cubicBezTo>
                  <a:lnTo>
                    <a:pt x="4024" y="7335"/>
                  </a:lnTo>
                  <a:lnTo>
                    <a:pt x="3977" y="7287"/>
                  </a:lnTo>
                  <a:lnTo>
                    <a:pt x="3632" y="6942"/>
                  </a:lnTo>
                  <a:lnTo>
                    <a:pt x="3584" y="6906"/>
                  </a:lnTo>
                  <a:lnTo>
                    <a:pt x="4203" y="6323"/>
                  </a:lnTo>
                  <a:close/>
                  <a:moveTo>
                    <a:pt x="3239" y="7123"/>
                  </a:moveTo>
                  <a:cubicBezTo>
                    <a:pt x="3307" y="7123"/>
                    <a:pt x="3376" y="7150"/>
                    <a:pt x="3429" y="7204"/>
                  </a:cubicBezTo>
                  <a:lnTo>
                    <a:pt x="3763" y="7537"/>
                  </a:lnTo>
                  <a:cubicBezTo>
                    <a:pt x="3858" y="7632"/>
                    <a:pt x="3858" y="7799"/>
                    <a:pt x="3751" y="7894"/>
                  </a:cubicBezTo>
                  <a:lnTo>
                    <a:pt x="3560" y="8097"/>
                  </a:lnTo>
                  <a:lnTo>
                    <a:pt x="2858" y="7394"/>
                  </a:lnTo>
                  <a:lnTo>
                    <a:pt x="3048" y="7204"/>
                  </a:lnTo>
                  <a:cubicBezTo>
                    <a:pt x="3102" y="7150"/>
                    <a:pt x="3170" y="7123"/>
                    <a:pt x="3239" y="7123"/>
                  </a:cubicBezTo>
                  <a:close/>
                  <a:moveTo>
                    <a:pt x="2631" y="7597"/>
                  </a:moveTo>
                  <a:lnTo>
                    <a:pt x="3334" y="8299"/>
                  </a:lnTo>
                  <a:lnTo>
                    <a:pt x="1167" y="10478"/>
                  </a:lnTo>
                  <a:cubicBezTo>
                    <a:pt x="1113" y="10526"/>
                    <a:pt x="1045" y="10550"/>
                    <a:pt x="976" y="10550"/>
                  </a:cubicBezTo>
                  <a:cubicBezTo>
                    <a:pt x="908" y="10550"/>
                    <a:pt x="840" y="10526"/>
                    <a:pt x="786" y="10478"/>
                  </a:cubicBezTo>
                  <a:lnTo>
                    <a:pt x="453" y="10133"/>
                  </a:lnTo>
                  <a:cubicBezTo>
                    <a:pt x="357" y="10038"/>
                    <a:pt x="357" y="9883"/>
                    <a:pt x="465" y="9776"/>
                  </a:cubicBezTo>
                  <a:lnTo>
                    <a:pt x="2631" y="7597"/>
                  </a:lnTo>
                  <a:close/>
                  <a:moveTo>
                    <a:pt x="7120" y="1"/>
                  </a:moveTo>
                  <a:cubicBezTo>
                    <a:pt x="3989" y="1"/>
                    <a:pt x="2191" y="3537"/>
                    <a:pt x="4001" y="6073"/>
                  </a:cubicBezTo>
                  <a:lnTo>
                    <a:pt x="3274" y="6799"/>
                  </a:lnTo>
                  <a:cubicBezTo>
                    <a:pt x="3249" y="6796"/>
                    <a:pt x="3223" y="6794"/>
                    <a:pt x="3198" y="6794"/>
                  </a:cubicBezTo>
                  <a:cubicBezTo>
                    <a:pt x="3049" y="6794"/>
                    <a:pt x="2912" y="6854"/>
                    <a:pt x="2810" y="6966"/>
                  </a:cubicBezTo>
                  <a:lnTo>
                    <a:pt x="226" y="9549"/>
                  </a:lnTo>
                  <a:cubicBezTo>
                    <a:pt x="0" y="9776"/>
                    <a:pt x="0" y="10145"/>
                    <a:pt x="226" y="10371"/>
                  </a:cubicBezTo>
                  <a:lnTo>
                    <a:pt x="572" y="10716"/>
                  </a:lnTo>
                  <a:cubicBezTo>
                    <a:pt x="679" y="10823"/>
                    <a:pt x="828" y="10877"/>
                    <a:pt x="976" y="10877"/>
                  </a:cubicBezTo>
                  <a:cubicBezTo>
                    <a:pt x="1125" y="10877"/>
                    <a:pt x="1274" y="10823"/>
                    <a:pt x="1381" y="10716"/>
                  </a:cubicBezTo>
                  <a:lnTo>
                    <a:pt x="3655" y="8430"/>
                  </a:lnTo>
                  <a:lnTo>
                    <a:pt x="3977" y="8121"/>
                  </a:lnTo>
                  <a:cubicBezTo>
                    <a:pt x="4096" y="8002"/>
                    <a:pt x="4155" y="7835"/>
                    <a:pt x="4144" y="7656"/>
                  </a:cubicBezTo>
                  <a:lnTo>
                    <a:pt x="4870" y="6930"/>
                  </a:lnTo>
                  <a:cubicBezTo>
                    <a:pt x="5406" y="7323"/>
                    <a:pt x="6037" y="7573"/>
                    <a:pt x="6715" y="7632"/>
                  </a:cubicBezTo>
                  <a:lnTo>
                    <a:pt x="6727" y="7632"/>
                  </a:lnTo>
                  <a:cubicBezTo>
                    <a:pt x="6799" y="7632"/>
                    <a:pt x="6882" y="7573"/>
                    <a:pt x="6894" y="7478"/>
                  </a:cubicBezTo>
                  <a:cubicBezTo>
                    <a:pt x="6906" y="7394"/>
                    <a:pt x="6834" y="7323"/>
                    <a:pt x="6739" y="7299"/>
                  </a:cubicBezTo>
                  <a:cubicBezTo>
                    <a:pt x="6037" y="7228"/>
                    <a:pt x="5406" y="6966"/>
                    <a:pt x="4882" y="6549"/>
                  </a:cubicBezTo>
                  <a:cubicBezTo>
                    <a:pt x="2298" y="4465"/>
                    <a:pt x="3822" y="310"/>
                    <a:pt x="7096" y="310"/>
                  </a:cubicBezTo>
                  <a:cubicBezTo>
                    <a:pt x="8942" y="310"/>
                    <a:pt x="10418" y="1703"/>
                    <a:pt x="10597" y="3465"/>
                  </a:cubicBezTo>
                  <a:cubicBezTo>
                    <a:pt x="10609" y="3549"/>
                    <a:pt x="10692" y="3608"/>
                    <a:pt x="10775" y="3608"/>
                  </a:cubicBezTo>
                  <a:cubicBezTo>
                    <a:pt x="10871" y="3596"/>
                    <a:pt x="10930" y="3525"/>
                    <a:pt x="10930" y="3430"/>
                  </a:cubicBezTo>
                  <a:cubicBezTo>
                    <a:pt x="10728" y="1525"/>
                    <a:pt x="9120" y="1"/>
                    <a:pt x="71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noProof="0" dirty="0">
                <a:latin typeface="Roboto Condensed" panose="02000000000000000000" pitchFamily="2" charset="0"/>
                <a:ea typeface="Roboto Condensed" panose="02000000000000000000" pitchFamily="2" charset="0"/>
              </a:endParaRPr>
            </a:p>
          </p:txBody>
        </p:sp>
        <p:sp>
          <p:nvSpPr>
            <p:cNvPr id="499" name="Google Shape;499;p27"/>
            <p:cNvSpPr/>
            <p:nvPr/>
          </p:nvSpPr>
          <p:spPr>
            <a:xfrm>
              <a:off x="3658105" y="3389599"/>
              <a:ext cx="208820" cy="199431"/>
            </a:xfrm>
            <a:custGeom>
              <a:avLst/>
              <a:gdLst/>
              <a:ahLst/>
              <a:cxnLst/>
              <a:rect l="l" t="t" r="r" b="b"/>
              <a:pathLst>
                <a:path w="6561" h="6266" extrusionOk="0">
                  <a:moveTo>
                    <a:pt x="3441" y="336"/>
                  </a:moveTo>
                  <a:cubicBezTo>
                    <a:pt x="4989" y="336"/>
                    <a:pt x="6251" y="1587"/>
                    <a:pt x="6251" y="3146"/>
                  </a:cubicBezTo>
                  <a:cubicBezTo>
                    <a:pt x="6251" y="4694"/>
                    <a:pt x="4989" y="5944"/>
                    <a:pt x="3441" y="5944"/>
                  </a:cubicBezTo>
                  <a:cubicBezTo>
                    <a:pt x="2727" y="5944"/>
                    <a:pt x="1989" y="5682"/>
                    <a:pt x="1441" y="5135"/>
                  </a:cubicBezTo>
                  <a:cubicBezTo>
                    <a:pt x="345" y="4027"/>
                    <a:pt x="345" y="2241"/>
                    <a:pt x="1441" y="1158"/>
                  </a:cubicBezTo>
                  <a:cubicBezTo>
                    <a:pt x="1989" y="598"/>
                    <a:pt x="2703" y="336"/>
                    <a:pt x="3441" y="336"/>
                  </a:cubicBezTo>
                  <a:close/>
                  <a:moveTo>
                    <a:pt x="3428" y="0"/>
                  </a:moveTo>
                  <a:cubicBezTo>
                    <a:pt x="2628" y="0"/>
                    <a:pt x="1828" y="307"/>
                    <a:pt x="1215" y="920"/>
                  </a:cubicBezTo>
                  <a:cubicBezTo>
                    <a:pt x="0" y="2134"/>
                    <a:pt x="0" y="4123"/>
                    <a:pt x="1215" y="5337"/>
                  </a:cubicBezTo>
                  <a:cubicBezTo>
                    <a:pt x="1822" y="5944"/>
                    <a:pt x="2631" y="6266"/>
                    <a:pt x="3429" y="6266"/>
                  </a:cubicBezTo>
                  <a:cubicBezTo>
                    <a:pt x="5144" y="6266"/>
                    <a:pt x="6561" y="4873"/>
                    <a:pt x="6561" y="3134"/>
                  </a:cubicBezTo>
                  <a:cubicBezTo>
                    <a:pt x="6561" y="2301"/>
                    <a:pt x="6227" y="1515"/>
                    <a:pt x="5632" y="920"/>
                  </a:cubicBezTo>
                  <a:cubicBezTo>
                    <a:pt x="5025" y="307"/>
                    <a:pt x="4227" y="0"/>
                    <a:pt x="342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noProof="0" dirty="0">
                <a:latin typeface="Roboto Condensed" panose="02000000000000000000" pitchFamily="2" charset="0"/>
                <a:ea typeface="Roboto Condensed" panose="02000000000000000000" pitchFamily="2" charset="0"/>
              </a:endParaRPr>
            </a:p>
          </p:txBody>
        </p:sp>
        <p:sp>
          <p:nvSpPr>
            <p:cNvPr id="500" name="Google Shape;500;p27"/>
            <p:cNvSpPr/>
            <p:nvPr/>
          </p:nvSpPr>
          <p:spPr>
            <a:xfrm>
              <a:off x="3720614" y="3426805"/>
              <a:ext cx="95164" cy="116011"/>
            </a:xfrm>
            <a:custGeom>
              <a:avLst/>
              <a:gdLst/>
              <a:ahLst/>
              <a:cxnLst/>
              <a:rect l="l" t="t" r="r" b="b"/>
              <a:pathLst>
                <a:path w="2990" h="3645" extrusionOk="0">
                  <a:moveTo>
                    <a:pt x="1477" y="334"/>
                  </a:moveTo>
                  <a:cubicBezTo>
                    <a:pt x="1834" y="334"/>
                    <a:pt x="2132" y="632"/>
                    <a:pt x="2132" y="989"/>
                  </a:cubicBezTo>
                  <a:cubicBezTo>
                    <a:pt x="2132" y="1334"/>
                    <a:pt x="1834" y="1632"/>
                    <a:pt x="1477" y="1632"/>
                  </a:cubicBezTo>
                  <a:cubicBezTo>
                    <a:pt x="1120" y="1632"/>
                    <a:pt x="822" y="1334"/>
                    <a:pt x="822" y="989"/>
                  </a:cubicBezTo>
                  <a:cubicBezTo>
                    <a:pt x="822" y="608"/>
                    <a:pt x="1120" y="334"/>
                    <a:pt x="1477" y="334"/>
                  </a:cubicBezTo>
                  <a:close/>
                  <a:moveTo>
                    <a:pt x="1906" y="1953"/>
                  </a:moveTo>
                  <a:cubicBezTo>
                    <a:pt x="2287" y="1953"/>
                    <a:pt x="2620" y="2263"/>
                    <a:pt x="2620" y="2668"/>
                  </a:cubicBezTo>
                  <a:lnTo>
                    <a:pt x="2620" y="3335"/>
                  </a:lnTo>
                  <a:lnTo>
                    <a:pt x="2275" y="3335"/>
                  </a:lnTo>
                  <a:lnTo>
                    <a:pt x="2275" y="2632"/>
                  </a:lnTo>
                  <a:cubicBezTo>
                    <a:pt x="2275" y="2549"/>
                    <a:pt x="2203" y="2477"/>
                    <a:pt x="2108" y="2477"/>
                  </a:cubicBezTo>
                  <a:cubicBezTo>
                    <a:pt x="2025" y="2477"/>
                    <a:pt x="1953" y="2549"/>
                    <a:pt x="1953" y="2632"/>
                  </a:cubicBezTo>
                  <a:lnTo>
                    <a:pt x="1953" y="3335"/>
                  </a:lnTo>
                  <a:lnTo>
                    <a:pt x="953" y="3335"/>
                  </a:lnTo>
                  <a:lnTo>
                    <a:pt x="953" y="2632"/>
                  </a:lnTo>
                  <a:cubicBezTo>
                    <a:pt x="953" y="2549"/>
                    <a:pt x="882" y="2477"/>
                    <a:pt x="787" y="2477"/>
                  </a:cubicBezTo>
                  <a:cubicBezTo>
                    <a:pt x="691" y="2477"/>
                    <a:pt x="620" y="2549"/>
                    <a:pt x="620" y="2632"/>
                  </a:cubicBezTo>
                  <a:lnTo>
                    <a:pt x="620" y="3335"/>
                  </a:lnTo>
                  <a:lnTo>
                    <a:pt x="263" y="3335"/>
                  </a:lnTo>
                  <a:lnTo>
                    <a:pt x="263" y="2668"/>
                  </a:lnTo>
                  <a:cubicBezTo>
                    <a:pt x="263" y="2275"/>
                    <a:pt x="584" y="1953"/>
                    <a:pt x="977" y="1953"/>
                  </a:cubicBezTo>
                  <a:close/>
                  <a:moveTo>
                    <a:pt x="1477" y="1"/>
                  </a:moveTo>
                  <a:cubicBezTo>
                    <a:pt x="941" y="1"/>
                    <a:pt x="501" y="429"/>
                    <a:pt x="501" y="965"/>
                  </a:cubicBezTo>
                  <a:cubicBezTo>
                    <a:pt x="501" y="1239"/>
                    <a:pt x="608" y="1477"/>
                    <a:pt x="787" y="1656"/>
                  </a:cubicBezTo>
                  <a:cubicBezTo>
                    <a:pt x="322" y="1763"/>
                    <a:pt x="1" y="2180"/>
                    <a:pt x="1" y="2656"/>
                  </a:cubicBezTo>
                  <a:lnTo>
                    <a:pt x="1" y="3335"/>
                  </a:lnTo>
                  <a:cubicBezTo>
                    <a:pt x="1" y="3501"/>
                    <a:pt x="132" y="3644"/>
                    <a:pt x="310" y="3644"/>
                  </a:cubicBezTo>
                  <a:lnTo>
                    <a:pt x="2680" y="3644"/>
                  </a:lnTo>
                  <a:cubicBezTo>
                    <a:pt x="2846" y="3644"/>
                    <a:pt x="2989" y="3513"/>
                    <a:pt x="2989" y="3335"/>
                  </a:cubicBezTo>
                  <a:lnTo>
                    <a:pt x="2989" y="2656"/>
                  </a:lnTo>
                  <a:cubicBezTo>
                    <a:pt x="2965" y="2180"/>
                    <a:pt x="2620" y="1763"/>
                    <a:pt x="2156" y="1656"/>
                  </a:cubicBezTo>
                  <a:cubicBezTo>
                    <a:pt x="2334" y="1477"/>
                    <a:pt x="2442" y="1239"/>
                    <a:pt x="2442" y="965"/>
                  </a:cubicBezTo>
                  <a:cubicBezTo>
                    <a:pt x="2442" y="429"/>
                    <a:pt x="2013" y="1"/>
                    <a:pt x="147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noProof="0" dirty="0">
                <a:latin typeface="Roboto Condensed" panose="02000000000000000000" pitchFamily="2" charset="0"/>
                <a:ea typeface="Roboto Condensed" panose="02000000000000000000" pitchFamily="2" charset="0"/>
              </a:endParaRPr>
            </a:p>
          </p:txBody>
        </p:sp>
        <p:sp>
          <p:nvSpPr>
            <p:cNvPr id="501" name="Google Shape;501;p27"/>
            <p:cNvSpPr/>
            <p:nvPr/>
          </p:nvSpPr>
          <p:spPr>
            <a:xfrm>
              <a:off x="3773671" y="3496030"/>
              <a:ext cx="115597" cy="114993"/>
            </a:xfrm>
            <a:custGeom>
              <a:avLst/>
              <a:gdLst/>
              <a:ahLst/>
              <a:cxnLst/>
              <a:rect l="l" t="t" r="r" b="b"/>
              <a:pathLst>
                <a:path w="3632" h="3613" extrusionOk="0">
                  <a:moveTo>
                    <a:pt x="3433" y="0"/>
                  </a:moveTo>
                  <a:cubicBezTo>
                    <a:pt x="3361" y="0"/>
                    <a:pt x="3297" y="65"/>
                    <a:pt x="3287" y="148"/>
                  </a:cubicBezTo>
                  <a:cubicBezTo>
                    <a:pt x="3120" y="1803"/>
                    <a:pt x="1810" y="3112"/>
                    <a:pt x="143" y="3291"/>
                  </a:cubicBezTo>
                  <a:cubicBezTo>
                    <a:pt x="60" y="3303"/>
                    <a:pt x="1" y="3374"/>
                    <a:pt x="1" y="3469"/>
                  </a:cubicBezTo>
                  <a:cubicBezTo>
                    <a:pt x="13" y="3553"/>
                    <a:pt x="72" y="3612"/>
                    <a:pt x="167" y="3612"/>
                  </a:cubicBezTo>
                  <a:lnTo>
                    <a:pt x="179" y="3612"/>
                  </a:lnTo>
                  <a:cubicBezTo>
                    <a:pt x="1989" y="3422"/>
                    <a:pt x="3442" y="1993"/>
                    <a:pt x="3620" y="183"/>
                  </a:cubicBezTo>
                  <a:cubicBezTo>
                    <a:pt x="3632" y="88"/>
                    <a:pt x="3561" y="17"/>
                    <a:pt x="3465" y="5"/>
                  </a:cubicBezTo>
                  <a:cubicBezTo>
                    <a:pt x="3454" y="2"/>
                    <a:pt x="3443" y="0"/>
                    <a:pt x="343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noProof="0" dirty="0">
                <a:latin typeface="Roboto Condensed" panose="02000000000000000000" pitchFamily="2" charset="0"/>
                <a:ea typeface="Roboto Condensed" panose="02000000000000000000" pitchFamily="2" charset="0"/>
              </a:endParaRPr>
            </a:p>
          </p:txBody>
        </p:sp>
      </p:grpSp>
      <p:sp>
        <p:nvSpPr>
          <p:cNvPr id="49" name="Google Shape;477;p27">
            <a:extLst>
              <a:ext uri="{FF2B5EF4-FFF2-40B4-BE49-F238E27FC236}">
                <a16:creationId xmlns:a16="http://schemas.microsoft.com/office/drawing/2014/main" id="{517CC4EC-D219-45FA-8B58-FA39E30B15BC}"/>
              </a:ext>
            </a:extLst>
          </p:cNvPr>
          <p:cNvSpPr txBox="1">
            <a:spLocks/>
          </p:cNvSpPr>
          <p:nvPr/>
        </p:nvSpPr>
        <p:spPr>
          <a:xfrm>
            <a:off x="730328" y="2140249"/>
            <a:ext cx="4160327" cy="401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ven Pro"/>
              <a:buNone/>
              <a:defRPr sz="1000" b="0" i="0" u="none" strike="noStrike" cap="none">
                <a:solidFill>
                  <a:srgbClr val="000000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ven Pro"/>
              <a:buNone/>
              <a:defRPr sz="1000" b="0" i="0" u="none" strike="noStrike" cap="none">
                <a:solidFill>
                  <a:srgbClr val="000000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ven Pro"/>
              <a:buNone/>
              <a:defRPr sz="1000" b="0" i="0" u="none" strike="noStrike" cap="none">
                <a:solidFill>
                  <a:srgbClr val="000000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ven Pro"/>
              <a:buNone/>
              <a:defRPr sz="1000" b="0" i="0" u="none" strike="noStrike" cap="none">
                <a:solidFill>
                  <a:srgbClr val="000000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ven Pro"/>
              <a:buNone/>
              <a:defRPr sz="1000" b="0" i="0" u="none" strike="noStrike" cap="none">
                <a:solidFill>
                  <a:srgbClr val="000000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ven Pro"/>
              <a:buNone/>
              <a:defRPr sz="1000" b="0" i="0" u="none" strike="noStrike" cap="none">
                <a:solidFill>
                  <a:srgbClr val="000000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ven Pro"/>
              <a:buNone/>
              <a:defRPr sz="1000" b="0" i="0" u="none" strike="noStrike" cap="none">
                <a:solidFill>
                  <a:srgbClr val="000000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ven Pro"/>
              <a:buNone/>
              <a:defRPr sz="1000" b="0" i="0" u="none" strike="noStrike" cap="none">
                <a:solidFill>
                  <a:srgbClr val="000000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/>
            <a:endParaRPr lang="en-US" noProof="0" dirty="0">
              <a:latin typeface="Roboto Condensed" panose="02000000000000000000" pitchFamily="2" charset="0"/>
              <a:ea typeface="Roboto Condensed" panose="02000000000000000000" pitchFamily="2" charset="0"/>
            </a:endParaRPr>
          </a:p>
        </p:txBody>
      </p:sp>
      <p:sp>
        <p:nvSpPr>
          <p:cNvPr id="63" name="Google Shape;481;p27">
            <a:extLst>
              <a:ext uri="{FF2B5EF4-FFF2-40B4-BE49-F238E27FC236}">
                <a16:creationId xmlns:a16="http://schemas.microsoft.com/office/drawing/2014/main" id="{62808588-E65B-4E39-B599-DE59C5E81011}"/>
              </a:ext>
            </a:extLst>
          </p:cNvPr>
          <p:cNvSpPr/>
          <p:nvPr/>
        </p:nvSpPr>
        <p:spPr>
          <a:xfrm>
            <a:off x="4994023" y="2187171"/>
            <a:ext cx="414052" cy="4012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latin typeface="Roboto Condensed" panose="02000000000000000000" pitchFamily="2" charset="0"/>
              <a:ea typeface="Roboto Condensed" panose="02000000000000000000" pitchFamily="2" charset="0"/>
            </a:endParaRPr>
          </a:p>
        </p:txBody>
      </p:sp>
      <p:pic>
        <p:nvPicPr>
          <p:cNvPr id="62" name="Image 61">
            <a:extLst>
              <a:ext uri="{FF2B5EF4-FFF2-40B4-BE49-F238E27FC236}">
                <a16:creationId xmlns:a16="http://schemas.microsoft.com/office/drawing/2014/main" id="{C5C0A457-78C7-4D98-B426-F61D0798BF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3526" y="2192356"/>
            <a:ext cx="408199" cy="408199"/>
          </a:xfrm>
          <a:prstGeom prst="rect">
            <a:avLst/>
          </a:prstGeom>
        </p:spPr>
      </p:pic>
      <p:sp>
        <p:nvSpPr>
          <p:cNvPr id="74" name="Google Shape;472;p27">
            <a:extLst>
              <a:ext uri="{FF2B5EF4-FFF2-40B4-BE49-F238E27FC236}">
                <a16:creationId xmlns:a16="http://schemas.microsoft.com/office/drawing/2014/main" id="{6A57C446-0D2F-4154-8F7C-E559D195035C}"/>
              </a:ext>
            </a:extLst>
          </p:cNvPr>
          <p:cNvSpPr txBox="1">
            <a:spLocks/>
          </p:cNvSpPr>
          <p:nvPr/>
        </p:nvSpPr>
        <p:spPr>
          <a:xfrm>
            <a:off x="730941" y="3279175"/>
            <a:ext cx="4298871" cy="57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ven Pro"/>
              <a:buNone/>
              <a:defRPr sz="1000" b="0" i="0" u="none" strike="noStrike" cap="none">
                <a:solidFill>
                  <a:srgbClr val="000000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ven Pro"/>
              <a:buNone/>
              <a:defRPr sz="1000" b="0" i="0" u="none" strike="noStrike" cap="none">
                <a:solidFill>
                  <a:srgbClr val="000000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ven Pro"/>
              <a:buNone/>
              <a:defRPr sz="1000" b="0" i="0" u="none" strike="noStrike" cap="none">
                <a:solidFill>
                  <a:srgbClr val="000000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ven Pro"/>
              <a:buNone/>
              <a:defRPr sz="1000" b="0" i="0" u="none" strike="noStrike" cap="none">
                <a:solidFill>
                  <a:srgbClr val="000000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ven Pro"/>
              <a:buNone/>
              <a:defRPr sz="1000" b="0" i="0" u="none" strike="noStrike" cap="none">
                <a:solidFill>
                  <a:srgbClr val="000000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ven Pro"/>
              <a:buNone/>
              <a:defRPr sz="1000" b="0" i="0" u="none" strike="noStrike" cap="none">
                <a:solidFill>
                  <a:srgbClr val="000000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ven Pro"/>
              <a:buNone/>
              <a:defRPr sz="1000" b="0" i="0" u="none" strike="noStrike" cap="none">
                <a:solidFill>
                  <a:srgbClr val="000000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ven Pro"/>
              <a:buNone/>
              <a:defRPr sz="1000" b="0" i="0" u="none" strike="noStrike" cap="none">
                <a:solidFill>
                  <a:srgbClr val="000000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/>
            <a:endParaRPr lang="en-US" noProof="0" dirty="0">
              <a:latin typeface="Roboto Condensed" panose="02000000000000000000" pitchFamily="2" charset="0"/>
              <a:ea typeface="Roboto Condensed" panose="02000000000000000000" pitchFamily="2" charset="0"/>
            </a:endParaRPr>
          </a:p>
        </p:txBody>
      </p:sp>
      <p:sp>
        <p:nvSpPr>
          <p:cNvPr id="75" name="Google Shape;481;p27">
            <a:extLst>
              <a:ext uri="{FF2B5EF4-FFF2-40B4-BE49-F238E27FC236}">
                <a16:creationId xmlns:a16="http://schemas.microsoft.com/office/drawing/2014/main" id="{42D8A556-6AD5-4C36-B3DA-92EF22B0E982}"/>
              </a:ext>
            </a:extLst>
          </p:cNvPr>
          <p:cNvSpPr/>
          <p:nvPr/>
        </p:nvSpPr>
        <p:spPr>
          <a:xfrm>
            <a:off x="4987300" y="3279175"/>
            <a:ext cx="434597" cy="41108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latin typeface="Roboto Condensed" panose="02000000000000000000" pitchFamily="2" charset="0"/>
              <a:ea typeface="Roboto Condensed" panose="02000000000000000000" pitchFamily="2" charset="0"/>
            </a:endParaRPr>
          </a:p>
        </p:txBody>
      </p:sp>
      <p:sp>
        <p:nvSpPr>
          <p:cNvPr id="76" name="Google Shape;482;p27">
            <a:extLst>
              <a:ext uri="{FF2B5EF4-FFF2-40B4-BE49-F238E27FC236}">
                <a16:creationId xmlns:a16="http://schemas.microsoft.com/office/drawing/2014/main" id="{E0471A2C-49D4-4E4D-B1F7-1E689C883A75}"/>
              </a:ext>
            </a:extLst>
          </p:cNvPr>
          <p:cNvSpPr/>
          <p:nvPr/>
        </p:nvSpPr>
        <p:spPr>
          <a:xfrm>
            <a:off x="4994023" y="2702739"/>
            <a:ext cx="420775" cy="39805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latin typeface="Roboto Condensed" panose="02000000000000000000" pitchFamily="2" charset="0"/>
              <a:ea typeface="Roboto Condensed" panose="02000000000000000000" pitchFamily="2" charset="0"/>
            </a:endParaRPr>
          </a:p>
        </p:txBody>
      </p:sp>
      <p:sp>
        <p:nvSpPr>
          <p:cNvPr id="489" name="Google Shape;489;p27"/>
          <p:cNvSpPr/>
          <p:nvPr/>
        </p:nvSpPr>
        <p:spPr>
          <a:xfrm>
            <a:off x="5070046" y="2779684"/>
            <a:ext cx="294708" cy="262924"/>
          </a:xfrm>
          <a:custGeom>
            <a:avLst/>
            <a:gdLst/>
            <a:ahLst/>
            <a:cxnLst/>
            <a:rect l="l" t="t" r="r" b="b"/>
            <a:pathLst>
              <a:path w="11193" h="11205" extrusionOk="0">
                <a:moveTo>
                  <a:pt x="3763" y="358"/>
                </a:moveTo>
                <a:cubicBezTo>
                  <a:pt x="4096" y="358"/>
                  <a:pt x="4346" y="632"/>
                  <a:pt x="4346" y="941"/>
                </a:cubicBezTo>
                <a:cubicBezTo>
                  <a:pt x="4346" y="1144"/>
                  <a:pt x="4239" y="1346"/>
                  <a:pt x="4061" y="1441"/>
                </a:cubicBezTo>
                <a:cubicBezTo>
                  <a:pt x="4013" y="1477"/>
                  <a:pt x="3977" y="1536"/>
                  <a:pt x="3977" y="1596"/>
                </a:cubicBezTo>
                <a:lnTo>
                  <a:pt x="3977" y="2001"/>
                </a:lnTo>
                <a:cubicBezTo>
                  <a:pt x="3977" y="2096"/>
                  <a:pt x="4049" y="2179"/>
                  <a:pt x="4156" y="2179"/>
                </a:cubicBezTo>
                <a:lnTo>
                  <a:pt x="5394" y="2179"/>
                </a:lnTo>
                <a:lnTo>
                  <a:pt x="5394" y="3406"/>
                </a:lnTo>
                <a:cubicBezTo>
                  <a:pt x="5394" y="3513"/>
                  <a:pt x="5466" y="3584"/>
                  <a:pt x="5573" y="3584"/>
                </a:cubicBezTo>
                <a:lnTo>
                  <a:pt x="5966" y="3584"/>
                </a:lnTo>
                <a:cubicBezTo>
                  <a:pt x="6025" y="3584"/>
                  <a:pt x="6085" y="3561"/>
                  <a:pt x="6120" y="3501"/>
                </a:cubicBezTo>
                <a:cubicBezTo>
                  <a:pt x="6228" y="3322"/>
                  <a:pt x="6418" y="3215"/>
                  <a:pt x="6620" y="3215"/>
                </a:cubicBezTo>
                <a:cubicBezTo>
                  <a:pt x="6954" y="3215"/>
                  <a:pt x="7204" y="3489"/>
                  <a:pt x="7204" y="3799"/>
                </a:cubicBezTo>
                <a:cubicBezTo>
                  <a:pt x="7204" y="4120"/>
                  <a:pt x="6942" y="4382"/>
                  <a:pt x="6620" y="4382"/>
                </a:cubicBezTo>
                <a:cubicBezTo>
                  <a:pt x="6418" y="4382"/>
                  <a:pt x="6228" y="4275"/>
                  <a:pt x="6120" y="4096"/>
                </a:cubicBezTo>
                <a:cubicBezTo>
                  <a:pt x="6085" y="4037"/>
                  <a:pt x="6025" y="4001"/>
                  <a:pt x="5966" y="4001"/>
                </a:cubicBezTo>
                <a:lnTo>
                  <a:pt x="5573" y="4001"/>
                </a:lnTo>
                <a:cubicBezTo>
                  <a:pt x="5466" y="4001"/>
                  <a:pt x="5394" y="4084"/>
                  <a:pt x="5394" y="4180"/>
                </a:cubicBezTo>
                <a:lnTo>
                  <a:pt x="5394" y="5418"/>
                </a:lnTo>
                <a:lnTo>
                  <a:pt x="4334" y="5418"/>
                </a:lnTo>
                <a:lnTo>
                  <a:pt x="4334" y="5299"/>
                </a:lnTo>
                <a:cubicBezTo>
                  <a:pt x="4573" y="5120"/>
                  <a:pt x="4704" y="4834"/>
                  <a:pt x="4704" y="4561"/>
                </a:cubicBezTo>
                <a:cubicBezTo>
                  <a:pt x="4704" y="4037"/>
                  <a:pt x="4287" y="3620"/>
                  <a:pt x="3775" y="3620"/>
                </a:cubicBezTo>
                <a:cubicBezTo>
                  <a:pt x="3251" y="3620"/>
                  <a:pt x="2834" y="4037"/>
                  <a:pt x="2834" y="4561"/>
                </a:cubicBezTo>
                <a:cubicBezTo>
                  <a:pt x="2834" y="4858"/>
                  <a:pt x="2965" y="5132"/>
                  <a:pt x="3203" y="5299"/>
                </a:cubicBezTo>
                <a:lnTo>
                  <a:pt x="3203" y="5430"/>
                </a:lnTo>
                <a:lnTo>
                  <a:pt x="2144" y="5430"/>
                </a:lnTo>
                <a:lnTo>
                  <a:pt x="2144" y="2179"/>
                </a:lnTo>
                <a:lnTo>
                  <a:pt x="3382" y="2179"/>
                </a:lnTo>
                <a:cubicBezTo>
                  <a:pt x="3489" y="2179"/>
                  <a:pt x="3561" y="2096"/>
                  <a:pt x="3561" y="2001"/>
                </a:cubicBezTo>
                <a:lnTo>
                  <a:pt x="3561" y="1596"/>
                </a:lnTo>
                <a:cubicBezTo>
                  <a:pt x="3561" y="1536"/>
                  <a:pt x="3537" y="1477"/>
                  <a:pt x="3465" y="1441"/>
                </a:cubicBezTo>
                <a:cubicBezTo>
                  <a:pt x="3299" y="1346"/>
                  <a:pt x="3191" y="1144"/>
                  <a:pt x="3191" y="941"/>
                </a:cubicBezTo>
                <a:cubicBezTo>
                  <a:pt x="3191" y="608"/>
                  <a:pt x="3453" y="358"/>
                  <a:pt x="3763" y="358"/>
                </a:cubicBezTo>
                <a:close/>
                <a:moveTo>
                  <a:pt x="9014" y="5811"/>
                </a:moveTo>
                <a:lnTo>
                  <a:pt x="9014" y="7799"/>
                </a:lnTo>
                <a:lnTo>
                  <a:pt x="9014" y="8025"/>
                </a:lnTo>
                <a:lnTo>
                  <a:pt x="9014" y="9049"/>
                </a:lnTo>
                <a:lnTo>
                  <a:pt x="7775" y="9049"/>
                </a:lnTo>
                <a:cubicBezTo>
                  <a:pt x="7668" y="9049"/>
                  <a:pt x="7597" y="9121"/>
                  <a:pt x="7597" y="9228"/>
                </a:cubicBezTo>
                <a:lnTo>
                  <a:pt x="7597" y="9633"/>
                </a:lnTo>
                <a:cubicBezTo>
                  <a:pt x="7597" y="9692"/>
                  <a:pt x="7621" y="9752"/>
                  <a:pt x="7680" y="9776"/>
                </a:cubicBezTo>
                <a:cubicBezTo>
                  <a:pt x="7859" y="9883"/>
                  <a:pt x="7966" y="10073"/>
                  <a:pt x="7966" y="10288"/>
                </a:cubicBezTo>
                <a:cubicBezTo>
                  <a:pt x="7966" y="10609"/>
                  <a:pt x="7704" y="10871"/>
                  <a:pt x="7382" y="10871"/>
                </a:cubicBezTo>
                <a:cubicBezTo>
                  <a:pt x="7061" y="10871"/>
                  <a:pt x="6811" y="10597"/>
                  <a:pt x="6811" y="10288"/>
                </a:cubicBezTo>
                <a:cubicBezTo>
                  <a:pt x="6811" y="10073"/>
                  <a:pt x="6906" y="9883"/>
                  <a:pt x="7085" y="9776"/>
                </a:cubicBezTo>
                <a:cubicBezTo>
                  <a:pt x="7144" y="9752"/>
                  <a:pt x="7180" y="9692"/>
                  <a:pt x="7180" y="9633"/>
                </a:cubicBezTo>
                <a:lnTo>
                  <a:pt x="7180" y="9228"/>
                </a:lnTo>
                <a:cubicBezTo>
                  <a:pt x="7180" y="9121"/>
                  <a:pt x="7109" y="9049"/>
                  <a:pt x="7001" y="9049"/>
                </a:cubicBezTo>
                <a:lnTo>
                  <a:pt x="5763" y="9049"/>
                </a:lnTo>
                <a:lnTo>
                  <a:pt x="5763" y="7811"/>
                </a:lnTo>
                <a:cubicBezTo>
                  <a:pt x="5763" y="7716"/>
                  <a:pt x="5692" y="7632"/>
                  <a:pt x="5585" y="7632"/>
                </a:cubicBezTo>
                <a:lnTo>
                  <a:pt x="5180" y="7632"/>
                </a:lnTo>
                <a:cubicBezTo>
                  <a:pt x="5120" y="7632"/>
                  <a:pt x="5061" y="7668"/>
                  <a:pt x="5037" y="7728"/>
                </a:cubicBezTo>
                <a:cubicBezTo>
                  <a:pt x="4930" y="7906"/>
                  <a:pt x="4739" y="8013"/>
                  <a:pt x="4525" y="8013"/>
                </a:cubicBezTo>
                <a:cubicBezTo>
                  <a:pt x="4203" y="8013"/>
                  <a:pt x="3953" y="7740"/>
                  <a:pt x="3953" y="7430"/>
                </a:cubicBezTo>
                <a:cubicBezTo>
                  <a:pt x="3953" y="7120"/>
                  <a:pt x="4215" y="6847"/>
                  <a:pt x="4525" y="6847"/>
                </a:cubicBezTo>
                <a:cubicBezTo>
                  <a:pt x="4739" y="6847"/>
                  <a:pt x="4930" y="6954"/>
                  <a:pt x="5037" y="7132"/>
                </a:cubicBezTo>
                <a:cubicBezTo>
                  <a:pt x="5061" y="7192"/>
                  <a:pt x="5120" y="7216"/>
                  <a:pt x="5180" y="7216"/>
                </a:cubicBezTo>
                <a:lnTo>
                  <a:pt x="5585" y="7216"/>
                </a:lnTo>
                <a:cubicBezTo>
                  <a:pt x="5692" y="7216"/>
                  <a:pt x="5763" y="7144"/>
                  <a:pt x="5763" y="7037"/>
                </a:cubicBezTo>
                <a:lnTo>
                  <a:pt x="5763" y="5811"/>
                </a:lnTo>
                <a:lnTo>
                  <a:pt x="6823" y="5811"/>
                </a:lnTo>
                <a:lnTo>
                  <a:pt x="6823" y="5942"/>
                </a:lnTo>
                <a:cubicBezTo>
                  <a:pt x="6585" y="6120"/>
                  <a:pt x="6454" y="6406"/>
                  <a:pt x="6454" y="6680"/>
                </a:cubicBezTo>
                <a:cubicBezTo>
                  <a:pt x="6454" y="7204"/>
                  <a:pt x="6870" y="7621"/>
                  <a:pt x="7382" y="7621"/>
                </a:cubicBezTo>
                <a:cubicBezTo>
                  <a:pt x="7906" y="7621"/>
                  <a:pt x="8323" y="7204"/>
                  <a:pt x="8323" y="6680"/>
                </a:cubicBezTo>
                <a:cubicBezTo>
                  <a:pt x="8323" y="6382"/>
                  <a:pt x="8192" y="6108"/>
                  <a:pt x="7954" y="5942"/>
                </a:cubicBezTo>
                <a:lnTo>
                  <a:pt x="7954" y="5811"/>
                </a:lnTo>
                <a:close/>
                <a:moveTo>
                  <a:pt x="3799" y="1"/>
                </a:moveTo>
                <a:cubicBezTo>
                  <a:pt x="3275" y="1"/>
                  <a:pt x="2858" y="417"/>
                  <a:pt x="2858" y="941"/>
                </a:cubicBezTo>
                <a:cubicBezTo>
                  <a:pt x="2858" y="1239"/>
                  <a:pt x="3001" y="1525"/>
                  <a:pt x="3239" y="1679"/>
                </a:cubicBezTo>
                <a:lnTo>
                  <a:pt x="3239" y="1822"/>
                </a:lnTo>
                <a:lnTo>
                  <a:pt x="2001" y="1822"/>
                </a:lnTo>
                <a:cubicBezTo>
                  <a:pt x="1894" y="1822"/>
                  <a:pt x="1822" y="1894"/>
                  <a:pt x="1822" y="2001"/>
                </a:cubicBezTo>
                <a:lnTo>
                  <a:pt x="1822" y="5608"/>
                </a:lnTo>
                <a:lnTo>
                  <a:pt x="1822" y="6847"/>
                </a:lnTo>
                <a:lnTo>
                  <a:pt x="1691" y="6847"/>
                </a:lnTo>
                <a:cubicBezTo>
                  <a:pt x="1513" y="6609"/>
                  <a:pt x="1227" y="6478"/>
                  <a:pt x="941" y="6478"/>
                </a:cubicBezTo>
                <a:cubicBezTo>
                  <a:pt x="417" y="6478"/>
                  <a:pt x="1" y="6894"/>
                  <a:pt x="1" y="7406"/>
                </a:cubicBezTo>
                <a:cubicBezTo>
                  <a:pt x="1" y="7930"/>
                  <a:pt x="417" y="8347"/>
                  <a:pt x="941" y="8347"/>
                </a:cubicBezTo>
                <a:cubicBezTo>
                  <a:pt x="1239" y="8347"/>
                  <a:pt x="1525" y="8216"/>
                  <a:pt x="1691" y="7978"/>
                </a:cubicBezTo>
                <a:lnTo>
                  <a:pt x="1822" y="7978"/>
                </a:lnTo>
                <a:lnTo>
                  <a:pt x="1822" y="9216"/>
                </a:lnTo>
                <a:cubicBezTo>
                  <a:pt x="1822" y="9311"/>
                  <a:pt x="1894" y="9395"/>
                  <a:pt x="2001" y="9395"/>
                </a:cubicBezTo>
                <a:lnTo>
                  <a:pt x="2620" y="9395"/>
                </a:lnTo>
                <a:cubicBezTo>
                  <a:pt x="2727" y="9395"/>
                  <a:pt x="2799" y="9311"/>
                  <a:pt x="2799" y="9216"/>
                </a:cubicBezTo>
                <a:cubicBezTo>
                  <a:pt x="2799" y="9109"/>
                  <a:pt x="2727" y="9037"/>
                  <a:pt x="2620" y="9037"/>
                </a:cubicBezTo>
                <a:lnTo>
                  <a:pt x="2179" y="9037"/>
                </a:lnTo>
                <a:lnTo>
                  <a:pt x="2179" y="7799"/>
                </a:lnTo>
                <a:cubicBezTo>
                  <a:pt x="2179" y="7692"/>
                  <a:pt x="2108" y="7621"/>
                  <a:pt x="2001" y="7621"/>
                </a:cubicBezTo>
                <a:lnTo>
                  <a:pt x="1596" y="7621"/>
                </a:lnTo>
                <a:cubicBezTo>
                  <a:pt x="1536" y="7621"/>
                  <a:pt x="1477" y="7644"/>
                  <a:pt x="1453" y="7704"/>
                </a:cubicBezTo>
                <a:cubicBezTo>
                  <a:pt x="1346" y="7882"/>
                  <a:pt x="1155" y="7990"/>
                  <a:pt x="941" y="7990"/>
                </a:cubicBezTo>
                <a:cubicBezTo>
                  <a:pt x="620" y="7990"/>
                  <a:pt x="358" y="7728"/>
                  <a:pt x="358" y="7406"/>
                </a:cubicBezTo>
                <a:cubicBezTo>
                  <a:pt x="358" y="7085"/>
                  <a:pt x="632" y="6835"/>
                  <a:pt x="941" y="6835"/>
                </a:cubicBezTo>
                <a:cubicBezTo>
                  <a:pt x="1155" y="6835"/>
                  <a:pt x="1346" y="6930"/>
                  <a:pt x="1453" y="7109"/>
                </a:cubicBezTo>
                <a:cubicBezTo>
                  <a:pt x="1477" y="7168"/>
                  <a:pt x="1536" y="7204"/>
                  <a:pt x="1596" y="7204"/>
                </a:cubicBezTo>
                <a:lnTo>
                  <a:pt x="2001" y="7204"/>
                </a:lnTo>
                <a:cubicBezTo>
                  <a:pt x="2108" y="7204"/>
                  <a:pt x="2179" y="7132"/>
                  <a:pt x="2179" y="7025"/>
                </a:cubicBezTo>
                <a:lnTo>
                  <a:pt x="2179" y="5787"/>
                </a:lnTo>
                <a:lnTo>
                  <a:pt x="3418" y="5787"/>
                </a:lnTo>
                <a:cubicBezTo>
                  <a:pt x="3513" y="5787"/>
                  <a:pt x="3596" y="5716"/>
                  <a:pt x="3596" y="5608"/>
                </a:cubicBezTo>
                <a:lnTo>
                  <a:pt x="3596" y="5204"/>
                </a:lnTo>
                <a:cubicBezTo>
                  <a:pt x="3596" y="5144"/>
                  <a:pt x="3561" y="5085"/>
                  <a:pt x="3501" y="5061"/>
                </a:cubicBezTo>
                <a:cubicBezTo>
                  <a:pt x="3322" y="4954"/>
                  <a:pt x="3215" y="4763"/>
                  <a:pt x="3215" y="4549"/>
                </a:cubicBezTo>
                <a:cubicBezTo>
                  <a:pt x="3215" y="4227"/>
                  <a:pt x="3489" y="3977"/>
                  <a:pt x="3799" y="3977"/>
                </a:cubicBezTo>
                <a:cubicBezTo>
                  <a:pt x="4132" y="3977"/>
                  <a:pt x="4382" y="4239"/>
                  <a:pt x="4382" y="4549"/>
                </a:cubicBezTo>
                <a:cubicBezTo>
                  <a:pt x="4382" y="4763"/>
                  <a:pt x="4275" y="4954"/>
                  <a:pt x="4096" y="5061"/>
                </a:cubicBezTo>
                <a:cubicBezTo>
                  <a:pt x="4037" y="5085"/>
                  <a:pt x="4013" y="5144"/>
                  <a:pt x="4013" y="5204"/>
                </a:cubicBezTo>
                <a:lnTo>
                  <a:pt x="4013" y="5608"/>
                </a:lnTo>
                <a:cubicBezTo>
                  <a:pt x="4013" y="5716"/>
                  <a:pt x="4084" y="5787"/>
                  <a:pt x="4192" y="5787"/>
                </a:cubicBezTo>
                <a:lnTo>
                  <a:pt x="5418" y="5787"/>
                </a:lnTo>
                <a:lnTo>
                  <a:pt x="5418" y="6847"/>
                </a:lnTo>
                <a:lnTo>
                  <a:pt x="5287" y="6847"/>
                </a:lnTo>
                <a:cubicBezTo>
                  <a:pt x="5108" y="6609"/>
                  <a:pt x="4823" y="6478"/>
                  <a:pt x="4549" y="6478"/>
                </a:cubicBezTo>
                <a:cubicBezTo>
                  <a:pt x="4025" y="6478"/>
                  <a:pt x="3608" y="6894"/>
                  <a:pt x="3608" y="7406"/>
                </a:cubicBezTo>
                <a:cubicBezTo>
                  <a:pt x="3608" y="7930"/>
                  <a:pt x="4025" y="8347"/>
                  <a:pt x="4549" y="8347"/>
                </a:cubicBezTo>
                <a:cubicBezTo>
                  <a:pt x="4846" y="8347"/>
                  <a:pt x="5120" y="8216"/>
                  <a:pt x="5287" y="7978"/>
                </a:cubicBezTo>
                <a:lnTo>
                  <a:pt x="5418" y="7978"/>
                </a:lnTo>
                <a:lnTo>
                  <a:pt x="5418" y="9037"/>
                </a:lnTo>
                <a:lnTo>
                  <a:pt x="3168" y="9037"/>
                </a:lnTo>
                <a:cubicBezTo>
                  <a:pt x="3072" y="9037"/>
                  <a:pt x="3001" y="9109"/>
                  <a:pt x="3001" y="9216"/>
                </a:cubicBezTo>
                <a:cubicBezTo>
                  <a:pt x="3001" y="9311"/>
                  <a:pt x="3072" y="9395"/>
                  <a:pt x="3168" y="9395"/>
                </a:cubicBezTo>
                <a:lnTo>
                  <a:pt x="6835" y="9395"/>
                </a:lnTo>
                <a:lnTo>
                  <a:pt x="6835" y="9526"/>
                </a:lnTo>
                <a:cubicBezTo>
                  <a:pt x="6597" y="9704"/>
                  <a:pt x="6466" y="9990"/>
                  <a:pt x="6466" y="10264"/>
                </a:cubicBezTo>
                <a:cubicBezTo>
                  <a:pt x="6466" y="10788"/>
                  <a:pt x="6882" y="11204"/>
                  <a:pt x="7406" y="11204"/>
                </a:cubicBezTo>
                <a:cubicBezTo>
                  <a:pt x="7918" y="11204"/>
                  <a:pt x="8335" y="10788"/>
                  <a:pt x="8335" y="10264"/>
                </a:cubicBezTo>
                <a:cubicBezTo>
                  <a:pt x="8335" y="9966"/>
                  <a:pt x="8204" y="9692"/>
                  <a:pt x="7966" y="9526"/>
                </a:cubicBezTo>
                <a:lnTo>
                  <a:pt x="7966" y="9395"/>
                </a:lnTo>
                <a:lnTo>
                  <a:pt x="9204" y="9395"/>
                </a:lnTo>
                <a:cubicBezTo>
                  <a:pt x="9311" y="9395"/>
                  <a:pt x="9383" y="9311"/>
                  <a:pt x="9383" y="9216"/>
                </a:cubicBezTo>
                <a:lnTo>
                  <a:pt x="9383" y="8002"/>
                </a:lnTo>
                <a:lnTo>
                  <a:pt x="9383" y="7787"/>
                </a:lnTo>
                <a:lnTo>
                  <a:pt x="9383" y="5596"/>
                </a:lnTo>
                <a:lnTo>
                  <a:pt x="9383" y="4358"/>
                </a:lnTo>
                <a:lnTo>
                  <a:pt x="9514" y="4358"/>
                </a:lnTo>
                <a:cubicBezTo>
                  <a:pt x="9692" y="4596"/>
                  <a:pt x="9978" y="4727"/>
                  <a:pt x="10264" y="4727"/>
                </a:cubicBezTo>
                <a:cubicBezTo>
                  <a:pt x="10776" y="4727"/>
                  <a:pt x="11192" y="4311"/>
                  <a:pt x="11192" y="3799"/>
                </a:cubicBezTo>
                <a:cubicBezTo>
                  <a:pt x="11192" y="3287"/>
                  <a:pt x="10776" y="2858"/>
                  <a:pt x="10264" y="2858"/>
                </a:cubicBezTo>
                <a:cubicBezTo>
                  <a:pt x="9966" y="2858"/>
                  <a:pt x="9680" y="2989"/>
                  <a:pt x="9514" y="3227"/>
                </a:cubicBezTo>
                <a:lnTo>
                  <a:pt x="9383" y="3227"/>
                </a:lnTo>
                <a:lnTo>
                  <a:pt x="9383" y="2001"/>
                </a:lnTo>
                <a:cubicBezTo>
                  <a:pt x="9383" y="1894"/>
                  <a:pt x="9311" y="1822"/>
                  <a:pt x="9204" y="1822"/>
                </a:cubicBezTo>
                <a:lnTo>
                  <a:pt x="8609" y="1822"/>
                </a:lnTo>
                <a:cubicBezTo>
                  <a:pt x="8502" y="1822"/>
                  <a:pt x="8430" y="1894"/>
                  <a:pt x="8430" y="2001"/>
                </a:cubicBezTo>
                <a:cubicBezTo>
                  <a:pt x="8430" y="2096"/>
                  <a:pt x="8502" y="2179"/>
                  <a:pt x="8609" y="2179"/>
                </a:cubicBezTo>
                <a:lnTo>
                  <a:pt x="9026" y="2179"/>
                </a:lnTo>
                <a:lnTo>
                  <a:pt x="9026" y="3406"/>
                </a:lnTo>
                <a:cubicBezTo>
                  <a:pt x="9026" y="3513"/>
                  <a:pt x="9097" y="3584"/>
                  <a:pt x="9204" y="3584"/>
                </a:cubicBezTo>
                <a:lnTo>
                  <a:pt x="9609" y="3584"/>
                </a:lnTo>
                <a:cubicBezTo>
                  <a:pt x="9668" y="3584"/>
                  <a:pt x="9728" y="3561"/>
                  <a:pt x="9752" y="3501"/>
                </a:cubicBezTo>
                <a:cubicBezTo>
                  <a:pt x="9859" y="3322"/>
                  <a:pt x="10049" y="3215"/>
                  <a:pt x="10264" y="3215"/>
                </a:cubicBezTo>
                <a:cubicBezTo>
                  <a:pt x="10585" y="3215"/>
                  <a:pt x="10835" y="3489"/>
                  <a:pt x="10835" y="3799"/>
                </a:cubicBezTo>
                <a:cubicBezTo>
                  <a:pt x="10835" y="4120"/>
                  <a:pt x="10573" y="4382"/>
                  <a:pt x="10264" y="4382"/>
                </a:cubicBezTo>
                <a:cubicBezTo>
                  <a:pt x="10049" y="4382"/>
                  <a:pt x="9859" y="4275"/>
                  <a:pt x="9752" y="4096"/>
                </a:cubicBezTo>
                <a:cubicBezTo>
                  <a:pt x="9728" y="4037"/>
                  <a:pt x="9668" y="4001"/>
                  <a:pt x="9609" y="4001"/>
                </a:cubicBezTo>
                <a:lnTo>
                  <a:pt x="9204" y="4001"/>
                </a:lnTo>
                <a:cubicBezTo>
                  <a:pt x="9097" y="4001"/>
                  <a:pt x="9026" y="4084"/>
                  <a:pt x="9026" y="4180"/>
                </a:cubicBezTo>
                <a:lnTo>
                  <a:pt x="9026" y="5418"/>
                </a:lnTo>
                <a:lnTo>
                  <a:pt x="7787" y="5418"/>
                </a:lnTo>
                <a:cubicBezTo>
                  <a:pt x="7680" y="5418"/>
                  <a:pt x="7609" y="5489"/>
                  <a:pt x="7609" y="5596"/>
                </a:cubicBezTo>
                <a:lnTo>
                  <a:pt x="7609" y="6001"/>
                </a:lnTo>
                <a:cubicBezTo>
                  <a:pt x="7609" y="6061"/>
                  <a:pt x="7644" y="6120"/>
                  <a:pt x="7704" y="6144"/>
                </a:cubicBezTo>
                <a:cubicBezTo>
                  <a:pt x="7883" y="6251"/>
                  <a:pt x="7978" y="6442"/>
                  <a:pt x="7978" y="6656"/>
                </a:cubicBezTo>
                <a:cubicBezTo>
                  <a:pt x="7978" y="6978"/>
                  <a:pt x="7716" y="7240"/>
                  <a:pt x="7406" y="7240"/>
                </a:cubicBezTo>
                <a:cubicBezTo>
                  <a:pt x="7073" y="7240"/>
                  <a:pt x="6823" y="6966"/>
                  <a:pt x="6823" y="6656"/>
                </a:cubicBezTo>
                <a:cubicBezTo>
                  <a:pt x="6823" y="6442"/>
                  <a:pt x="6930" y="6251"/>
                  <a:pt x="7109" y="6144"/>
                </a:cubicBezTo>
                <a:cubicBezTo>
                  <a:pt x="7168" y="6120"/>
                  <a:pt x="7192" y="6061"/>
                  <a:pt x="7192" y="6001"/>
                </a:cubicBezTo>
                <a:lnTo>
                  <a:pt x="7192" y="5596"/>
                </a:lnTo>
                <a:cubicBezTo>
                  <a:pt x="7192" y="5489"/>
                  <a:pt x="7121" y="5418"/>
                  <a:pt x="7013" y="5418"/>
                </a:cubicBezTo>
                <a:lnTo>
                  <a:pt x="5775" y="5418"/>
                </a:lnTo>
                <a:lnTo>
                  <a:pt x="5775" y="4358"/>
                </a:lnTo>
                <a:lnTo>
                  <a:pt x="5918" y="4358"/>
                </a:lnTo>
                <a:cubicBezTo>
                  <a:pt x="6097" y="4596"/>
                  <a:pt x="6370" y="4739"/>
                  <a:pt x="6656" y="4739"/>
                </a:cubicBezTo>
                <a:cubicBezTo>
                  <a:pt x="7180" y="4739"/>
                  <a:pt x="7597" y="4323"/>
                  <a:pt x="7597" y="3799"/>
                </a:cubicBezTo>
                <a:cubicBezTo>
                  <a:pt x="7597" y="3275"/>
                  <a:pt x="7180" y="2858"/>
                  <a:pt x="6656" y="2858"/>
                </a:cubicBezTo>
                <a:cubicBezTo>
                  <a:pt x="6359" y="2858"/>
                  <a:pt x="6073" y="2989"/>
                  <a:pt x="5918" y="3227"/>
                </a:cubicBezTo>
                <a:lnTo>
                  <a:pt x="5775" y="3227"/>
                </a:lnTo>
                <a:lnTo>
                  <a:pt x="5775" y="2179"/>
                </a:lnTo>
                <a:lnTo>
                  <a:pt x="8025" y="2179"/>
                </a:lnTo>
                <a:cubicBezTo>
                  <a:pt x="8133" y="2179"/>
                  <a:pt x="8204" y="2096"/>
                  <a:pt x="8204" y="2001"/>
                </a:cubicBezTo>
                <a:cubicBezTo>
                  <a:pt x="8204" y="1894"/>
                  <a:pt x="8133" y="1822"/>
                  <a:pt x="8025" y="1822"/>
                </a:cubicBezTo>
                <a:lnTo>
                  <a:pt x="4370" y="1822"/>
                </a:lnTo>
                <a:lnTo>
                  <a:pt x="4370" y="1679"/>
                </a:lnTo>
                <a:cubicBezTo>
                  <a:pt x="4608" y="1501"/>
                  <a:pt x="4739" y="1227"/>
                  <a:pt x="4739" y="941"/>
                </a:cubicBezTo>
                <a:cubicBezTo>
                  <a:pt x="4739" y="417"/>
                  <a:pt x="4323" y="1"/>
                  <a:pt x="3799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latin typeface="Roboto Condensed" panose="02000000000000000000" pitchFamily="2" charset="0"/>
              <a:ea typeface="Roboto Condensed" panose="02000000000000000000" pitchFamily="2" charset="0"/>
            </a:endParaRPr>
          </a:p>
        </p:txBody>
      </p:sp>
      <p:sp>
        <p:nvSpPr>
          <p:cNvPr id="77" name="Google Shape;472;p27">
            <a:extLst>
              <a:ext uri="{FF2B5EF4-FFF2-40B4-BE49-F238E27FC236}">
                <a16:creationId xmlns:a16="http://schemas.microsoft.com/office/drawing/2014/main" id="{E9D46BF7-7BB0-40CC-8B1F-0EF91AC034E2}"/>
              </a:ext>
            </a:extLst>
          </p:cNvPr>
          <p:cNvSpPr txBox="1">
            <a:spLocks/>
          </p:cNvSpPr>
          <p:nvPr/>
        </p:nvSpPr>
        <p:spPr>
          <a:xfrm>
            <a:off x="746706" y="4462121"/>
            <a:ext cx="4298871" cy="57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ven Pro"/>
              <a:buNone/>
              <a:defRPr sz="1000" b="0" i="0" u="none" strike="noStrike" cap="none">
                <a:solidFill>
                  <a:srgbClr val="000000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ven Pro"/>
              <a:buNone/>
              <a:defRPr sz="1000" b="0" i="0" u="none" strike="noStrike" cap="none">
                <a:solidFill>
                  <a:srgbClr val="000000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ven Pro"/>
              <a:buNone/>
              <a:defRPr sz="1000" b="0" i="0" u="none" strike="noStrike" cap="none">
                <a:solidFill>
                  <a:srgbClr val="000000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ven Pro"/>
              <a:buNone/>
              <a:defRPr sz="1000" b="0" i="0" u="none" strike="noStrike" cap="none">
                <a:solidFill>
                  <a:srgbClr val="000000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ven Pro"/>
              <a:buNone/>
              <a:defRPr sz="1000" b="0" i="0" u="none" strike="noStrike" cap="none">
                <a:solidFill>
                  <a:srgbClr val="000000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ven Pro"/>
              <a:buNone/>
              <a:defRPr sz="1000" b="0" i="0" u="none" strike="noStrike" cap="none">
                <a:solidFill>
                  <a:srgbClr val="000000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ven Pro"/>
              <a:buNone/>
              <a:defRPr sz="1000" b="0" i="0" u="none" strike="noStrike" cap="none">
                <a:solidFill>
                  <a:srgbClr val="000000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ven Pro"/>
              <a:buNone/>
              <a:defRPr sz="1000" b="0" i="0" u="none" strike="noStrike" cap="none">
                <a:solidFill>
                  <a:srgbClr val="000000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/>
            <a:endParaRPr lang="en-US" noProof="0" dirty="0">
              <a:latin typeface="Roboto Condensed" panose="02000000000000000000" pitchFamily="2" charset="0"/>
              <a:ea typeface="Roboto Condensed" panose="02000000000000000000" pitchFamily="2" charset="0"/>
            </a:endParaRPr>
          </a:p>
        </p:txBody>
      </p:sp>
      <p:sp>
        <p:nvSpPr>
          <p:cNvPr id="78" name="Google Shape;483;p27">
            <a:extLst>
              <a:ext uri="{FF2B5EF4-FFF2-40B4-BE49-F238E27FC236}">
                <a16:creationId xmlns:a16="http://schemas.microsoft.com/office/drawing/2014/main" id="{FD62AEA4-1A68-4176-8AEE-7A1865B61B29}"/>
              </a:ext>
            </a:extLst>
          </p:cNvPr>
          <p:cNvSpPr/>
          <p:nvPr/>
        </p:nvSpPr>
        <p:spPr>
          <a:xfrm>
            <a:off x="4987300" y="4506046"/>
            <a:ext cx="434597" cy="39029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latin typeface="Roboto Condensed" panose="02000000000000000000" pitchFamily="2" charset="0"/>
              <a:ea typeface="Roboto Condensed" panose="02000000000000000000" pitchFamily="2" charset="0"/>
            </a:endParaRPr>
          </a:p>
        </p:txBody>
      </p:sp>
      <p:pic>
        <p:nvPicPr>
          <p:cNvPr id="25" name="Image 24" descr="Une image contenant noir&#10;&#10;Description générée automatiquement">
            <a:extLst>
              <a:ext uri="{FF2B5EF4-FFF2-40B4-BE49-F238E27FC236}">
                <a16:creationId xmlns:a16="http://schemas.microsoft.com/office/drawing/2014/main" id="{6F55C0FA-A99E-4BB9-8892-78525FAE48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1342" y="4549028"/>
            <a:ext cx="284206" cy="284206"/>
          </a:xfrm>
          <a:prstGeom prst="rect">
            <a:avLst/>
          </a:prstGeom>
        </p:spPr>
      </p:pic>
      <p:sp>
        <p:nvSpPr>
          <p:cNvPr id="6" name="Google Shape;472;p27">
            <a:extLst>
              <a:ext uri="{FF2B5EF4-FFF2-40B4-BE49-F238E27FC236}">
                <a16:creationId xmlns:a16="http://schemas.microsoft.com/office/drawing/2014/main" id="{0548B354-093E-E8C5-7231-4B6CD2ACF991}"/>
              </a:ext>
            </a:extLst>
          </p:cNvPr>
          <p:cNvSpPr txBox="1">
            <a:spLocks/>
          </p:cNvSpPr>
          <p:nvPr/>
        </p:nvSpPr>
        <p:spPr>
          <a:xfrm>
            <a:off x="720479" y="3847295"/>
            <a:ext cx="4298871" cy="57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ven Pro"/>
              <a:buNone/>
              <a:defRPr sz="1000" b="0" i="0" u="none" strike="noStrike" cap="none">
                <a:solidFill>
                  <a:srgbClr val="000000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ven Pro"/>
              <a:buNone/>
              <a:defRPr sz="1000" b="0" i="0" u="none" strike="noStrike" cap="none">
                <a:solidFill>
                  <a:srgbClr val="000000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ven Pro"/>
              <a:buNone/>
              <a:defRPr sz="1000" b="0" i="0" u="none" strike="noStrike" cap="none">
                <a:solidFill>
                  <a:srgbClr val="000000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ven Pro"/>
              <a:buNone/>
              <a:defRPr sz="1000" b="0" i="0" u="none" strike="noStrike" cap="none">
                <a:solidFill>
                  <a:srgbClr val="000000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ven Pro"/>
              <a:buNone/>
              <a:defRPr sz="1000" b="0" i="0" u="none" strike="noStrike" cap="none">
                <a:solidFill>
                  <a:srgbClr val="000000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ven Pro"/>
              <a:buNone/>
              <a:defRPr sz="1000" b="0" i="0" u="none" strike="noStrike" cap="none">
                <a:solidFill>
                  <a:srgbClr val="000000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ven Pro"/>
              <a:buNone/>
              <a:defRPr sz="1000" b="0" i="0" u="none" strike="noStrike" cap="none">
                <a:solidFill>
                  <a:srgbClr val="000000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ven Pro"/>
              <a:buNone/>
              <a:defRPr sz="1000" b="0" i="0" u="none" strike="noStrike" cap="none">
                <a:solidFill>
                  <a:srgbClr val="000000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/>
            <a:endParaRPr lang="en-US" noProof="0" dirty="0">
              <a:latin typeface="Roboto Condensed" panose="02000000000000000000" pitchFamily="2" charset="0"/>
              <a:ea typeface="Roboto Condensed" panose="02000000000000000000" pitchFamily="2" charset="0"/>
            </a:endParaRPr>
          </a:p>
        </p:txBody>
      </p:sp>
      <p:sp>
        <p:nvSpPr>
          <p:cNvPr id="7" name="Google Shape;483;p27">
            <a:extLst>
              <a:ext uri="{FF2B5EF4-FFF2-40B4-BE49-F238E27FC236}">
                <a16:creationId xmlns:a16="http://schemas.microsoft.com/office/drawing/2014/main" id="{774A5D12-78A8-B027-60DE-B11DBC6AC836}"/>
              </a:ext>
            </a:extLst>
          </p:cNvPr>
          <p:cNvSpPr/>
          <p:nvPr/>
        </p:nvSpPr>
        <p:spPr>
          <a:xfrm>
            <a:off x="4994379" y="3891220"/>
            <a:ext cx="427518" cy="39029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latin typeface="Roboto Condensed" panose="02000000000000000000" pitchFamily="2" charset="0"/>
              <a:ea typeface="Roboto Condensed" panose="02000000000000000000" pitchFamily="2" charset="0"/>
            </a:endParaRPr>
          </a:p>
        </p:txBody>
      </p:sp>
      <p:grpSp>
        <p:nvGrpSpPr>
          <p:cNvPr id="8" name="Google Shape;497;p27">
            <a:extLst>
              <a:ext uri="{FF2B5EF4-FFF2-40B4-BE49-F238E27FC236}">
                <a16:creationId xmlns:a16="http://schemas.microsoft.com/office/drawing/2014/main" id="{111A48B2-75D6-3A26-34A7-714C4C883218}"/>
              </a:ext>
            </a:extLst>
          </p:cNvPr>
          <p:cNvGrpSpPr/>
          <p:nvPr/>
        </p:nvGrpSpPr>
        <p:grpSpPr>
          <a:xfrm>
            <a:off x="5044864" y="3943587"/>
            <a:ext cx="284286" cy="274839"/>
            <a:chOff x="3541011" y="3367320"/>
            <a:chExt cx="348257" cy="346188"/>
          </a:xfrm>
        </p:grpSpPr>
        <p:sp>
          <p:nvSpPr>
            <p:cNvPr id="9" name="Google Shape;498;p27">
              <a:extLst>
                <a:ext uri="{FF2B5EF4-FFF2-40B4-BE49-F238E27FC236}">
                  <a16:creationId xmlns:a16="http://schemas.microsoft.com/office/drawing/2014/main" id="{C87231AD-40AB-FC6F-4AE4-1D86533F73C7}"/>
                </a:ext>
              </a:extLst>
            </p:cNvPr>
            <p:cNvSpPr/>
            <p:nvPr/>
          </p:nvSpPr>
          <p:spPr>
            <a:xfrm>
              <a:off x="3541011" y="3367320"/>
              <a:ext cx="347906" cy="346188"/>
            </a:xfrm>
            <a:custGeom>
              <a:avLst/>
              <a:gdLst/>
              <a:ahLst/>
              <a:cxnLst/>
              <a:rect l="l" t="t" r="r" b="b"/>
              <a:pathLst>
                <a:path w="10931" h="10877" extrusionOk="0">
                  <a:moveTo>
                    <a:pt x="4203" y="6323"/>
                  </a:moveTo>
                  <a:cubicBezTo>
                    <a:pt x="4322" y="6454"/>
                    <a:pt x="4465" y="6609"/>
                    <a:pt x="4620" y="6740"/>
                  </a:cubicBezTo>
                  <a:lnTo>
                    <a:pt x="4024" y="7335"/>
                  </a:lnTo>
                  <a:lnTo>
                    <a:pt x="3977" y="7287"/>
                  </a:lnTo>
                  <a:lnTo>
                    <a:pt x="3632" y="6942"/>
                  </a:lnTo>
                  <a:lnTo>
                    <a:pt x="3584" y="6906"/>
                  </a:lnTo>
                  <a:lnTo>
                    <a:pt x="4203" y="6323"/>
                  </a:lnTo>
                  <a:close/>
                  <a:moveTo>
                    <a:pt x="3239" y="7123"/>
                  </a:moveTo>
                  <a:cubicBezTo>
                    <a:pt x="3307" y="7123"/>
                    <a:pt x="3376" y="7150"/>
                    <a:pt x="3429" y="7204"/>
                  </a:cubicBezTo>
                  <a:lnTo>
                    <a:pt x="3763" y="7537"/>
                  </a:lnTo>
                  <a:cubicBezTo>
                    <a:pt x="3858" y="7632"/>
                    <a:pt x="3858" y="7799"/>
                    <a:pt x="3751" y="7894"/>
                  </a:cubicBezTo>
                  <a:lnTo>
                    <a:pt x="3560" y="8097"/>
                  </a:lnTo>
                  <a:lnTo>
                    <a:pt x="2858" y="7394"/>
                  </a:lnTo>
                  <a:lnTo>
                    <a:pt x="3048" y="7204"/>
                  </a:lnTo>
                  <a:cubicBezTo>
                    <a:pt x="3102" y="7150"/>
                    <a:pt x="3170" y="7123"/>
                    <a:pt x="3239" y="7123"/>
                  </a:cubicBezTo>
                  <a:close/>
                  <a:moveTo>
                    <a:pt x="2631" y="7597"/>
                  </a:moveTo>
                  <a:lnTo>
                    <a:pt x="3334" y="8299"/>
                  </a:lnTo>
                  <a:lnTo>
                    <a:pt x="1167" y="10478"/>
                  </a:lnTo>
                  <a:cubicBezTo>
                    <a:pt x="1113" y="10526"/>
                    <a:pt x="1045" y="10550"/>
                    <a:pt x="976" y="10550"/>
                  </a:cubicBezTo>
                  <a:cubicBezTo>
                    <a:pt x="908" y="10550"/>
                    <a:pt x="840" y="10526"/>
                    <a:pt x="786" y="10478"/>
                  </a:cubicBezTo>
                  <a:lnTo>
                    <a:pt x="453" y="10133"/>
                  </a:lnTo>
                  <a:cubicBezTo>
                    <a:pt x="357" y="10038"/>
                    <a:pt x="357" y="9883"/>
                    <a:pt x="465" y="9776"/>
                  </a:cubicBezTo>
                  <a:lnTo>
                    <a:pt x="2631" y="7597"/>
                  </a:lnTo>
                  <a:close/>
                  <a:moveTo>
                    <a:pt x="7120" y="1"/>
                  </a:moveTo>
                  <a:cubicBezTo>
                    <a:pt x="3989" y="1"/>
                    <a:pt x="2191" y="3537"/>
                    <a:pt x="4001" y="6073"/>
                  </a:cubicBezTo>
                  <a:lnTo>
                    <a:pt x="3274" y="6799"/>
                  </a:lnTo>
                  <a:cubicBezTo>
                    <a:pt x="3249" y="6796"/>
                    <a:pt x="3223" y="6794"/>
                    <a:pt x="3198" y="6794"/>
                  </a:cubicBezTo>
                  <a:cubicBezTo>
                    <a:pt x="3049" y="6794"/>
                    <a:pt x="2912" y="6854"/>
                    <a:pt x="2810" y="6966"/>
                  </a:cubicBezTo>
                  <a:lnTo>
                    <a:pt x="226" y="9549"/>
                  </a:lnTo>
                  <a:cubicBezTo>
                    <a:pt x="0" y="9776"/>
                    <a:pt x="0" y="10145"/>
                    <a:pt x="226" y="10371"/>
                  </a:cubicBezTo>
                  <a:lnTo>
                    <a:pt x="572" y="10716"/>
                  </a:lnTo>
                  <a:cubicBezTo>
                    <a:pt x="679" y="10823"/>
                    <a:pt x="828" y="10877"/>
                    <a:pt x="976" y="10877"/>
                  </a:cubicBezTo>
                  <a:cubicBezTo>
                    <a:pt x="1125" y="10877"/>
                    <a:pt x="1274" y="10823"/>
                    <a:pt x="1381" y="10716"/>
                  </a:cubicBezTo>
                  <a:lnTo>
                    <a:pt x="3655" y="8430"/>
                  </a:lnTo>
                  <a:lnTo>
                    <a:pt x="3977" y="8121"/>
                  </a:lnTo>
                  <a:cubicBezTo>
                    <a:pt x="4096" y="8002"/>
                    <a:pt x="4155" y="7835"/>
                    <a:pt x="4144" y="7656"/>
                  </a:cubicBezTo>
                  <a:lnTo>
                    <a:pt x="4870" y="6930"/>
                  </a:lnTo>
                  <a:cubicBezTo>
                    <a:pt x="5406" y="7323"/>
                    <a:pt x="6037" y="7573"/>
                    <a:pt x="6715" y="7632"/>
                  </a:cubicBezTo>
                  <a:lnTo>
                    <a:pt x="6727" y="7632"/>
                  </a:lnTo>
                  <a:cubicBezTo>
                    <a:pt x="6799" y="7632"/>
                    <a:pt x="6882" y="7573"/>
                    <a:pt x="6894" y="7478"/>
                  </a:cubicBezTo>
                  <a:cubicBezTo>
                    <a:pt x="6906" y="7394"/>
                    <a:pt x="6834" y="7323"/>
                    <a:pt x="6739" y="7299"/>
                  </a:cubicBezTo>
                  <a:cubicBezTo>
                    <a:pt x="6037" y="7228"/>
                    <a:pt x="5406" y="6966"/>
                    <a:pt x="4882" y="6549"/>
                  </a:cubicBezTo>
                  <a:cubicBezTo>
                    <a:pt x="2298" y="4465"/>
                    <a:pt x="3822" y="310"/>
                    <a:pt x="7096" y="310"/>
                  </a:cubicBezTo>
                  <a:cubicBezTo>
                    <a:pt x="8942" y="310"/>
                    <a:pt x="10418" y="1703"/>
                    <a:pt x="10597" y="3465"/>
                  </a:cubicBezTo>
                  <a:cubicBezTo>
                    <a:pt x="10609" y="3549"/>
                    <a:pt x="10692" y="3608"/>
                    <a:pt x="10775" y="3608"/>
                  </a:cubicBezTo>
                  <a:cubicBezTo>
                    <a:pt x="10871" y="3596"/>
                    <a:pt x="10930" y="3525"/>
                    <a:pt x="10930" y="3430"/>
                  </a:cubicBezTo>
                  <a:cubicBezTo>
                    <a:pt x="10728" y="1525"/>
                    <a:pt x="9120" y="1"/>
                    <a:pt x="71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noProof="0" dirty="0">
                <a:latin typeface="Roboto Condensed" panose="02000000000000000000" pitchFamily="2" charset="0"/>
                <a:ea typeface="Roboto Condensed" panose="02000000000000000000" pitchFamily="2" charset="0"/>
              </a:endParaRPr>
            </a:p>
          </p:txBody>
        </p:sp>
        <p:sp>
          <p:nvSpPr>
            <p:cNvPr id="10" name="Google Shape;499;p27">
              <a:extLst>
                <a:ext uri="{FF2B5EF4-FFF2-40B4-BE49-F238E27FC236}">
                  <a16:creationId xmlns:a16="http://schemas.microsoft.com/office/drawing/2014/main" id="{3EECBC3E-F11D-6E75-C857-66B8F33BE8EE}"/>
                </a:ext>
              </a:extLst>
            </p:cNvPr>
            <p:cNvSpPr/>
            <p:nvPr/>
          </p:nvSpPr>
          <p:spPr>
            <a:xfrm>
              <a:off x="3658105" y="3389599"/>
              <a:ext cx="208820" cy="199431"/>
            </a:xfrm>
            <a:custGeom>
              <a:avLst/>
              <a:gdLst/>
              <a:ahLst/>
              <a:cxnLst/>
              <a:rect l="l" t="t" r="r" b="b"/>
              <a:pathLst>
                <a:path w="6561" h="6266" extrusionOk="0">
                  <a:moveTo>
                    <a:pt x="3441" y="336"/>
                  </a:moveTo>
                  <a:cubicBezTo>
                    <a:pt x="4989" y="336"/>
                    <a:pt x="6251" y="1587"/>
                    <a:pt x="6251" y="3146"/>
                  </a:cubicBezTo>
                  <a:cubicBezTo>
                    <a:pt x="6251" y="4694"/>
                    <a:pt x="4989" y="5944"/>
                    <a:pt x="3441" y="5944"/>
                  </a:cubicBezTo>
                  <a:cubicBezTo>
                    <a:pt x="2727" y="5944"/>
                    <a:pt x="1989" y="5682"/>
                    <a:pt x="1441" y="5135"/>
                  </a:cubicBezTo>
                  <a:cubicBezTo>
                    <a:pt x="345" y="4027"/>
                    <a:pt x="345" y="2241"/>
                    <a:pt x="1441" y="1158"/>
                  </a:cubicBezTo>
                  <a:cubicBezTo>
                    <a:pt x="1989" y="598"/>
                    <a:pt x="2703" y="336"/>
                    <a:pt x="3441" y="336"/>
                  </a:cubicBezTo>
                  <a:close/>
                  <a:moveTo>
                    <a:pt x="3428" y="0"/>
                  </a:moveTo>
                  <a:cubicBezTo>
                    <a:pt x="2628" y="0"/>
                    <a:pt x="1828" y="307"/>
                    <a:pt x="1215" y="920"/>
                  </a:cubicBezTo>
                  <a:cubicBezTo>
                    <a:pt x="0" y="2134"/>
                    <a:pt x="0" y="4123"/>
                    <a:pt x="1215" y="5337"/>
                  </a:cubicBezTo>
                  <a:cubicBezTo>
                    <a:pt x="1822" y="5944"/>
                    <a:pt x="2631" y="6266"/>
                    <a:pt x="3429" y="6266"/>
                  </a:cubicBezTo>
                  <a:cubicBezTo>
                    <a:pt x="5144" y="6266"/>
                    <a:pt x="6561" y="4873"/>
                    <a:pt x="6561" y="3134"/>
                  </a:cubicBezTo>
                  <a:cubicBezTo>
                    <a:pt x="6561" y="2301"/>
                    <a:pt x="6227" y="1515"/>
                    <a:pt x="5632" y="920"/>
                  </a:cubicBezTo>
                  <a:cubicBezTo>
                    <a:pt x="5025" y="307"/>
                    <a:pt x="4227" y="0"/>
                    <a:pt x="342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noProof="0" dirty="0">
                <a:latin typeface="Roboto Condensed" panose="02000000000000000000" pitchFamily="2" charset="0"/>
                <a:ea typeface="Roboto Condensed" panose="02000000000000000000" pitchFamily="2" charset="0"/>
              </a:endParaRPr>
            </a:p>
          </p:txBody>
        </p:sp>
        <p:sp>
          <p:nvSpPr>
            <p:cNvPr id="11" name="Google Shape;500;p27">
              <a:extLst>
                <a:ext uri="{FF2B5EF4-FFF2-40B4-BE49-F238E27FC236}">
                  <a16:creationId xmlns:a16="http://schemas.microsoft.com/office/drawing/2014/main" id="{69CB9C9E-7FDF-547E-530E-986CDC1D0347}"/>
                </a:ext>
              </a:extLst>
            </p:cNvPr>
            <p:cNvSpPr/>
            <p:nvPr/>
          </p:nvSpPr>
          <p:spPr>
            <a:xfrm>
              <a:off x="3720614" y="3426805"/>
              <a:ext cx="95164" cy="116011"/>
            </a:xfrm>
            <a:custGeom>
              <a:avLst/>
              <a:gdLst/>
              <a:ahLst/>
              <a:cxnLst/>
              <a:rect l="l" t="t" r="r" b="b"/>
              <a:pathLst>
                <a:path w="2990" h="3645" extrusionOk="0">
                  <a:moveTo>
                    <a:pt x="1477" y="334"/>
                  </a:moveTo>
                  <a:cubicBezTo>
                    <a:pt x="1834" y="334"/>
                    <a:pt x="2132" y="632"/>
                    <a:pt x="2132" y="989"/>
                  </a:cubicBezTo>
                  <a:cubicBezTo>
                    <a:pt x="2132" y="1334"/>
                    <a:pt x="1834" y="1632"/>
                    <a:pt x="1477" y="1632"/>
                  </a:cubicBezTo>
                  <a:cubicBezTo>
                    <a:pt x="1120" y="1632"/>
                    <a:pt x="822" y="1334"/>
                    <a:pt x="822" y="989"/>
                  </a:cubicBezTo>
                  <a:cubicBezTo>
                    <a:pt x="822" y="608"/>
                    <a:pt x="1120" y="334"/>
                    <a:pt x="1477" y="334"/>
                  </a:cubicBezTo>
                  <a:close/>
                  <a:moveTo>
                    <a:pt x="1906" y="1953"/>
                  </a:moveTo>
                  <a:cubicBezTo>
                    <a:pt x="2287" y="1953"/>
                    <a:pt x="2620" y="2263"/>
                    <a:pt x="2620" y="2668"/>
                  </a:cubicBezTo>
                  <a:lnTo>
                    <a:pt x="2620" y="3335"/>
                  </a:lnTo>
                  <a:lnTo>
                    <a:pt x="2275" y="3335"/>
                  </a:lnTo>
                  <a:lnTo>
                    <a:pt x="2275" y="2632"/>
                  </a:lnTo>
                  <a:cubicBezTo>
                    <a:pt x="2275" y="2549"/>
                    <a:pt x="2203" y="2477"/>
                    <a:pt x="2108" y="2477"/>
                  </a:cubicBezTo>
                  <a:cubicBezTo>
                    <a:pt x="2025" y="2477"/>
                    <a:pt x="1953" y="2549"/>
                    <a:pt x="1953" y="2632"/>
                  </a:cubicBezTo>
                  <a:lnTo>
                    <a:pt x="1953" y="3335"/>
                  </a:lnTo>
                  <a:lnTo>
                    <a:pt x="953" y="3335"/>
                  </a:lnTo>
                  <a:lnTo>
                    <a:pt x="953" y="2632"/>
                  </a:lnTo>
                  <a:cubicBezTo>
                    <a:pt x="953" y="2549"/>
                    <a:pt x="882" y="2477"/>
                    <a:pt x="787" y="2477"/>
                  </a:cubicBezTo>
                  <a:cubicBezTo>
                    <a:pt x="691" y="2477"/>
                    <a:pt x="620" y="2549"/>
                    <a:pt x="620" y="2632"/>
                  </a:cubicBezTo>
                  <a:lnTo>
                    <a:pt x="620" y="3335"/>
                  </a:lnTo>
                  <a:lnTo>
                    <a:pt x="263" y="3335"/>
                  </a:lnTo>
                  <a:lnTo>
                    <a:pt x="263" y="2668"/>
                  </a:lnTo>
                  <a:cubicBezTo>
                    <a:pt x="263" y="2275"/>
                    <a:pt x="584" y="1953"/>
                    <a:pt x="977" y="1953"/>
                  </a:cubicBezTo>
                  <a:close/>
                  <a:moveTo>
                    <a:pt x="1477" y="1"/>
                  </a:moveTo>
                  <a:cubicBezTo>
                    <a:pt x="941" y="1"/>
                    <a:pt x="501" y="429"/>
                    <a:pt x="501" y="965"/>
                  </a:cubicBezTo>
                  <a:cubicBezTo>
                    <a:pt x="501" y="1239"/>
                    <a:pt x="608" y="1477"/>
                    <a:pt x="787" y="1656"/>
                  </a:cubicBezTo>
                  <a:cubicBezTo>
                    <a:pt x="322" y="1763"/>
                    <a:pt x="1" y="2180"/>
                    <a:pt x="1" y="2656"/>
                  </a:cubicBezTo>
                  <a:lnTo>
                    <a:pt x="1" y="3335"/>
                  </a:lnTo>
                  <a:cubicBezTo>
                    <a:pt x="1" y="3501"/>
                    <a:pt x="132" y="3644"/>
                    <a:pt x="310" y="3644"/>
                  </a:cubicBezTo>
                  <a:lnTo>
                    <a:pt x="2680" y="3644"/>
                  </a:lnTo>
                  <a:cubicBezTo>
                    <a:pt x="2846" y="3644"/>
                    <a:pt x="2989" y="3513"/>
                    <a:pt x="2989" y="3335"/>
                  </a:cubicBezTo>
                  <a:lnTo>
                    <a:pt x="2989" y="2656"/>
                  </a:lnTo>
                  <a:cubicBezTo>
                    <a:pt x="2965" y="2180"/>
                    <a:pt x="2620" y="1763"/>
                    <a:pt x="2156" y="1656"/>
                  </a:cubicBezTo>
                  <a:cubicBezTo>
                    <a:pt x="2334" y="1477"/>
                    <a:pt x="2442" y="1239"/>
                    <a:pt x="2442" y="965"/>
                  </a:cubicBezTo>
                  <a:cubicBezTo>
                    <a:pt x="2442" y="429"/>
                    <a:pt x="2013" y="1"/>
                    <a:pt x="147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noProof="0" dirty="0">
                <a:latin typeface="Roboto Condensed" panose="02000000000000000000" pitchFamily="2" charset="0"/>
                <a:ea typeface="Roboto Condensed" panose="02000000000000000000" pitchFamily="2" charset="0"/>
              </a:endParaRPr>
            </a:p>
          </p:txBody>
        </p:sp>
        <p:sp>
          <p:nvSpPr>
            <p:cNvPr id="12" name="Google Shape;501;p27">
              <a:extLst>
                <a:ext uri="{FF2B5EF4-FFF2-40B4-BE49-F238E27FC236}">
                  <a16:creationId xmlns:a16="http://schemas.microsoft.com/office/drawing/2014/main" id="{7825BA3E-25C7-E292-146D-1A37EFDB914E}"/>
                </a:ext>
              </a:extLst>
            </p:cNvPr>
            <p:cNvSpPr/>
            <p:nvPr/>
          </p:nvSpPr>
          <p:spPr>
            <a:xfrm>
              <a:off x="3773671" y="3496030"/>
              <a:ext cx="115597" cy="114993"/>
            </a:xfrm>
            <a:custGeom>
              <a:avLst/>
              <a:gdLst/>
              <a:ahLst/>
              <a:cxnLst/>
              <a:rect l="l" t="t" r="r" b="b"/>
              <a:pathLst>
                <a:path w="3632" h="3613" extrusionOk="0">
                  <a:moveTo>
                    <a:pt x="3433" y="0"/>
                  </a:moveTo>
                  <a:cubicBezTo>
                    <a:pt x="3361" y="0"/>
                    <a:pt x="3297" y="65"/>
                    <a:pt x="3287" y="148"/>
                  </a:cubicBezTo>
                  <a:cubicBezTo>
                    <a:pt x="3120" y="1803"/>
                    <a:pt x="1810" y="3112"/>
                    <a:pt x="143" y="3291"/>
                  </a:cubicBezTo>
                  <a:cubicBezTo>
                    <a:pt x="60" y="3303"/>
                    <a:pt x="1" y="3374"/>
                    <a:pt x="1" y="3469"/>
                  </a:cubicBezTo>
                  <a:cubicBezTo>
                    <a:pt x="13" y="3553"/>
                    <a:pt x="72" y="3612"/>
                    <a:pt x="167" y="3612"/>
                  </a:cubicBezTo>
                  <a:lnTo>
                    <a:pt x="179" y="3612"/>
                  </a:lnTo>
                  <a:cubicBezTo>
                    <a:pt x="1989" y="3422"/>
                    <a:pt x="3442" y="1993"/>
                    <a:pt x="3620" y="183"/>
                  </a:cubicBezTo>
                  <a:cubicBezTo>
                    <a:pt x="3632" y="88"/>
                    <a:pt x="3561" y="17"/>
                    <a:pt x="3465" y="5"/>
                  </a:cubicBezTo>
                  <a:cubicBezTo>
                    <a:pt x="3454" y="2"/>
                    <a:pt x="3443" y="0"/>
                    <a:pt x="343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noProof="0" dirty="0">
                <a:latin typeface="Roboto Condensed" panose="02000000000000000000" pitchFamily="2" charset="0"/>
                <a:ea typeface="Roboto Condensed" panose="02000000000000000000" pitchFamily="2" charset="0"/>
              </a:endParaRPr>
            </a:p>
          </p:txBody>
        </p:sp>
      </p:grpSp>
      <p:pic>
        <p:nvPicPr>
          <p:cNvPr id="3" name="Image 2" descr="Une image contenant mollusque, hache&#10;&#10;Description générée automatiquement">
            <a:extLst>
              <a:ext uri="{FF2B5EF4-FFF2-40B4-BE49-F238E27FC236}">
                <a16:creationId xmlns:a16="http://schemas.microsoft.com/office/drawing/2014/main" id="{94749C7E-39C1-06AF-A809-5E49136850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6200000">
            <a:off x="7313809" y="3313307"/>
            <a:ext cx="1921143" cy="1739244"/>
          </a:xfrm>
          <a:prstGeom prst="rect">
            <a:avLst/>
          </a:prstGeom>
        </p:spPr>
      </p:pic>
      <p:pic>
        <p:nvPicPr>
          <p:cNvPr id="13" name="Image 12" descr="Une image contenant logo&#10;&#10;Description générée automatiquement">
            <a:extLst>
              <a:ext uri="{FF2B5EF4-FFF2-40B4-BE49-F238E27FC236}">
                <a16:creationId xmlns:a16="http://schemas.microsoft.com/office/drawing/2014/main" id="{7B0FA1A3-B6DD-252D-B0A5-D53AC4E82F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74380" y="4259375"/>
            <a:ext cx="657222" cy="768089"/>
          </a:xfrm>
          <a:prstGeom prst="rect">
            <a:avLst/>
          </a:prstGeom>
        </p:spPr>
      </p:pic>
      <p:pic>
        <p:nvPicPr>
          <p:cNvPr id="2" name="Image 1">
            <a:extLst>
              <a:ext uri="{FF2B5EF4-FFF2-40B4-BE49-F238E27FC236}">
                <a16:creationId xmlns:a16="http://schemas.microsoft.com/office/drawing/2014/main" id="{D6B891DA-6D23-6FB6-CBAD-EF61C0B38B8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51355" y="1184500"/>
            <a:ext cx="340949" cy="340949"/>
          </a:xfrm>
          <a:prstGeom prst="rect">
            <a:avLst/>
          </a:prstGeom>
        </p:spPr>
      </p:pic>
      <p:grpSp>
        <p:nvGrpSpPr>
          <p:cNvPr id="19" name="Google Shape;490;p27">
            <a:extLst>
              <a:ext uri="{FF2B5EF4-FFF2-40B4-BE49-F238E27FC236}">
                <a16:creationId xmlns:a16="http://schemas.microsoft.com/office/drawing/2014/main" id="{5E3AAA71-3661-0125-B366-E68D543CA0FD}"/>
              </a:ext>
            </a:extLst>
          </p:cNvPr>
          <p:cNvGrpSpPr/>
          <p:nvPr/>
        </p:nvGrpSpPr>
        <p:grpSpPr>
          <a:xfrm>
            <a:off x="5071099" y="3352317"/>
            <a:ext cx="297200" cy="264600"/>
            <a:chOff x="3095745" y="3805393"/>
            <a:chExt cx="352840" cy="354717"/>
          </a:xfrm>
        </p:grpSpPr>
        <p:sp>
          <p:nvSpPr>
            <p:cNvPr id="20" name="Google Shape;491;p27">
              <a:extLst>
                <a:ext uri="{FF2B5EF4-FFF2-40B4-BE49-F238E27FC236}">
                  <a16:creationId xmlns:a16="http://schemas.microsoft.com/office/drawing/2014/main" id="{A27CB2F6-F8DA-FD69-16A3-93DA8AD05B69}"/>
                </a:ext>
              </a:extLst>
            </p:cNvPr>
            <p:cNvSpPr/>
            <p:nvPr/>
          </p:nvSpPr>
          <p:spPr>
            <a:xfrm>
              <a:off x="3095745" y="3805393"/>
              <a:ext cx="272093" cy="271711"/>
            </a:xfrm>
            <a:custGeom>
              <a:avLst/>
              <a:gdLst/>
              <a:ahLst/>
              <a:cxnLst/>
              <a:rect l="l" t="t" r="r" b="b"/>
              <a:pathLst>
                <a:path w="8549" h="8537" extrusionOk="0">
                  <a:moveTo>
                    <a:pt x="4025" y="0"/>
                  </a:moveTo>
                  <a:cubicBezTo>
                    <a:pt x="3763" y="0"/>
                    <a:pt x="3525" y="179"/>
                    <a:pt x="3489" y="441"/>
                  </a:cubicBezTo>
                  <a:lnTo>
                    <a:pt x="3322" y="1262"/>
                  </a:lnTo>
                  <a:cubicBezTo>
                    <a:pt x="3155" y="1322"/>
                    <a:pt x="2977" y="1381"/>
                    <a:pt x="2834" y="1465"/>
                  </a:cubicBezTo>
                  <a:lnTo>
                    <a:pt x="2132" y="1012"/>
                  </a:lnTo>
                  <a:cubicBezTo>
                    <a:pt x="2036" y="947"/>
                    <a:pt x="1929" y="915"/>
                    <a:pt x="1825" y="915"/>
                  </a:cubicBezTo>
                  <a:cubicBezTo>
                    <a:pt x="1683" y="915"/>
                    <a:pt x="1544" y="974"/>
                    <a:pt x="1441" y="1084"/>
                  </a:cubicBezTo>
                  <a:lnTo>
                    <a:pt x="1084" y="1441"/>
                  </a:lnTo>
                  <a:cubicBezTo>
                    <a:pt x="905" y="1619"/>
                    <a:pt x="881" y="1917"/>
                    <a:pt x="1012" y="2119"/>
                  </a:cubicBezTo>
                  <a:lnTo>
                    <a:pt x="1477" y="2822"/>
                  </a:lnTo>
                  <a:cubicBezTo>
                    <a:pt x="1381" y="2989"/>
                    <a:pt x="1322" y="3155"/>
                    <a:pt x="1262" y="3310"/>
                  </a:cubicBezTo>
                  <a:lnTo>
                    <a:pt x="453" y="3477"/>
                  </a:lnTo>
                  <a:cubicBezTo>
                    <a:pt x="191" y="3524"/>
                    <a:pt x="0" y="3763"/>
                    <a:pt x="0" y="4013"/>
                  </a:cubicBezTo>
                  <a:lnTo>
                    <a:pt x="0" y="4525"/>
                  </a:lnTo>
                  <a:cubicBezTo>
                    <a:pt x="0" y="4775"/>
                    <a:pt x="179" y="5013"/>
                    <a:pt x="453" y="5060"/>
                  </a:cubicBezTo>
                  <a:lnTo>
                    <a:pt x="1262" y="5215"/>
                  </a:lnTo>
                  <a:cubicBezTo>
                    <a:pt x="1322" y="5382"/>
                    <a:pt x="1381" y="5560"/>
                    <a:pt x="1477" y="5715"/>
                  </a:cubicBezTo>
                  <a:lnTo>
                    <a:pt x="1012" y="6406"/>
                  </a:lnTo>
                  <a:cubicBezTo>
                    <a:pt x="869" y="6632"/>
                    <a:pt x="893" y="6918"/>
                    <a:pt x="1084" y="7096"/>
                  </a:cubicBezTo>
                  <a:lnTo>
                    <a:pt x="1441" y="7453"/>
                  </a:lnTo>
                  <a:cubicBezTo>
                    <a:pt x="1544" y="7557"/>
                    <a:pt x="1687" y="7608"/>
                    <a:pt x="1830" y="7608"/>
                  </a:cubicBezTo>
                  <a:cubicBezTo>
                    <a:pt x="1935" y="7608"/>
                    <a:pt x="2041" y="7580"/>
                    <a:pt x="2132" y="7525"/>
                  </a:cubicBezTo>
                  <a:lnTo>
                    <a:pt x="2834" y="7061"/>
                  </a:lnTo>
                  <a:cubicBezTo>
                    <a:pt x="2989" y="7156"/>
                    <a:pt x="3155" y="7215"/>
                    <a:pt x="3322" y="7275"/>
                  </a:cubicBezTo>
                  <a:lnTo>
                    <a:pt x="3489" y="8096"/>
                  </a:lnTo>
                  <a:cubicBezTo>
                    <a:pt x="3525" y="8346"/>
                    <a:pt x="3763" y="8537"/>
                    <a:pt x="4025" y="8537"/>
                  </a:cubicBezTo>
                  <a:lnTo>
                    <a:pt x="4525" y="8537"/>
                  </a:lnTo>
                  <a:cubicBezTo>
                    <a:pt x="4775" y="8537"/>
                    <a:pt x="5013" y="8358"/>
                    <a:pt x="5060" y="8096"/>
                  </a:cubicBezTo>
                  <a:lnTo>
                    <a:pt x="5227" y="7275"/>
                  </a:lnTo>
                  <a:cubicBezTo>
                    <a:pt x="5358" y="7227"/>
                    <a:pt x="5489" y="7180"/>
                    <a:pt x="5632" y="7120"/>
                  </a:cubicBezTo>
                  <a:cubicBezTo>
                    <a:pt x="5692" y="7084"/>
                    <a:pt x="5727" y="6977"/>
                    <a:pt x="5692" y="6894"/>
                  </a:cubicBezTo>
                  <a:cubicBezTo>
                    <a:pt x="5655" y="6821"/>
                    <a:pt x="5584" y="6790"/>
                    <a:pt x="5515" y="6790"/>
                  </a:cubicBezTo>
                  <a:cubicBezTo>
                    <a:pt x="5494" y="6790"/>
                    <a:pt x="5473" y="6793"/>
                    <a:pt x="5453" y="6799"/>
                  </a:cubicBezTo>
                  <a:cubicBezTo>
                    <a:pt x="5299" y="6870"/>
                    <a:pt x="5156" y="6918"/>
                    <a:pt x="5001" y="6965"/>
                  </a:cubicBezTo>
                  <a:cubicBezTo>
                    <a:pt x="4941" y="6977"/>
                    <a:pt x="4882" y="7037"/>
                    <a:pt x="4882" y="7096"/>
                  </a:cubicBezTo>
                  <a:lnTo>
                    <a:pt x="4703" y="8025"/>
                  </a:lnTo>
                  <a:cubicBezTo>
                    <a:pt x="4691" y="8108"/>
                    <a:pt x="4596" y="8180"/>
                    <a:pt x="4513" y="8180"/>
                  </a:cubicBezTo>
                  <a:lnTo>
                    <a:pt x="4001" y="8180"/>
                  </a:lnTo>
                  <a:cubicBezTo>
                    <a:pt x="3917" y="8180"/>
                    <a:pt x="3822" y="8120"/>
                    <a:pt x="3810" y="8025"/>
                  </a:cubicBezTo>
                  <a:lnTo>
                    <a:pt x="3632" y="7096"/>
                  </a:lnTo>
                  <a:cubicBezTo>
                    <a:pt x="3620" y="7037"/>
                    <a:pt x="3572" y="6977"/>
                    <a:pt x="3513" y="6965"/>
                  </a:cubicBezTo>
                  <a:cubicBezTo>
                    <a:pt x="3310" y="6906"/>
                    <a:pt x="3096" y="6811"/>
                    <a:pt x="2905" y="6703"/>
                  </a:cubicBezTo>
                  <a:cubicBezTo>
                    <a:pt x="2876" y="6691"/>
                    <a:pt x="2843" y="6686"/>
                    <a:pt x="2812" y="6686"/>
                  </a:cubicBezTo>
                  <a:cubicBezTo>
                    <a:pt x="2780" y="6686"/>
                    <a:pt x="2751" y="6691"/>
                    <a:pt x="2727" y="6703"/>
                  </a:cubicBezTo>
                  <a:lnTo>
                    <a:pt x="1941" y="7227"/>
                  </a:lnTo>
                  <a:cubicBezTo>
                    <a:pt x="1904" y="7249"/>
                    <a:pt x="1864" y="7260"/>
                    <a:pt x="1824" y="7260"/>
                  </a:cubicBezTo>
                  <a:cubicBezTo>
                    <a:pt x="1774" y="7260"/>
                    <a:pt x="1725" y="7243"/>
                    <a:pt x="1679" y="7203"/>
                  </a:cubicBezTo>
                  <a:lnTo>
                    <a:pt x="1322" y="6846"/>
                  </a:lnTo>
                  <a:cubicBezTo>
                    <a:pt x="1262" y="6787"/>
                    <a:pt x="1250" y="6680"/>
                    <a:pt x="1298" y="6584"/>
                  </a:cubicBezTo>
                  <a:lnTo>
                    <a:pt x="1822" y="5799"/>
                  </a:lnTo>
                  <a:cubicBezTo>
                    <a:pt x="1846" y="5739"/>
                    <a:pt x="1858" y="5679"/>
                    <a:pt x="1822" y="5620"/>
                  </a:cubicBezTo>
                  <a:cubicBezTo>
                    <a:pt x="1715" y="5429"/>
                    <a:pt x="1620" y="5215"/>
                    <a:pt x="1560" y="5013"/>
                  </a:cubicBezTo>
                  <a:cubicBezTo>
                    <a:pt x="1548" y="4953"/>
                    <a:pt x="1489" y="4894"/>
                    <a:pt x="1429" y="4894"/>
                  </a:cubicBezTo>
                  <a:lnTo>
                    <a:pt x="512" y="4715"/>
                  </a:lnTo>
                  <a:cubicBezTo>
                    <a:pt x="417" y="4703"/>
                    <a:pt x="346" y="4608"/>
                    <a:pt x="346" y="4525"/>
                  </a:cubicBezTo>
                  <a:lnTo>
                    <a:pt x="346" y="4013"/>
                  </a:lnTo>
                  <a:cubicBezTo>
                    <a:pt x="346" y="3929"/>
                    <a:pt x="405" y="3834"/>
                    <a:pt x="512" y="3822"/>
                  </a:cubicBezTo>
                  <a:lnTo>
                    <a:pt x="1429" y="3643"/>
                  </a:lnTo>
                  <a:cubicBezTo>
                    <a:pt x="1489" y="3632"/>
                    <a:pt x="1548" y="3584"/>
                    <a:pt x="1560" y="3524"/>
                  </a:cubicBezTo>
                  <a:cubicBezTo>
                    <a:pt x="1620" y="3322"/>
                    <a:pt x="1715" y="3108"/>
                    <a:pt x="1822" y="2917"/>
                  </a:cubicBezTo>
                  <a:cubicBezTo>
                    <a:pt x="1846" y="2858"/>
                    <a:pt x="1846" y="2786"/>
                    <a:pt x="1822" y="2739"/>
                  </a:cubicBezTo>
                  <a:lnTo>
                    <a:pt x="1298" y="1941"/>
                  </a:lnTo>
                  <a:cubicBezTo>
                    <a:pt x="1250" y="1869"/>
                    <a:pt x="1250" y="1762"/>
                    <a:pt x="1322" y="1691"/>
                  </a:cubicBezTo>
                  <a:lnTo>
                    <a:pt x="1679" y="1334"/>
                  </a:lnTo>
                  <a:cubicBezTo>
                    <a:pt x="1714" y="1299"/>
                    <a:pt x="1765" y="1280"/>
                    <a:pt x="1820" y="1280"/>
                  </a:cubicBezTo>
                  <a:cubicBezTo>
                    <a:pt x="1859" y="1280"/>
                    <a:pt x="1901" y="1290"/>
                    <a:pt x="1941" y="1310"/>
                  </a:cubicBezTo>
                  <a:lnTo>
                    <a:pt x="2727" y="1822"/>
                  </a:lnTo>
                  <a:cubicBezTo>
                    <a:pt x="2759" y="1841"/>
                    <a:pt x="2791" y="1853"/>
                    <a:pt x="2822" y="1853"/>
                  </a:cubicBezTo>
                  <a:cubicBezTo>
                    <a:pt x="2850" y="1853"/>
                    <a:pt x="2878" y="1844"/>
                    <a:pt x="2905" y="1822"/>
                  </a:cubicBezTo>
                  <a:cubicBezTo>
                    <a:pt x="3096" y="1727"/>
                    <a:pt x="3310" y="1631"/>
                    <a:pt x="3513" y="1572"/>
                  </a:cubicBezTo>
                  <a:cubicBezTo>
                    <a:pt x="3572" y="1560"/>
                    <a:pt x="3632" y="1500"/>
                    <a:pt x="3632" y="1441"/>
                  </a:cubicBezTo>
                  <a:lnTo>
                    <a:pt x="3810" y="512"/>
                  </a:lnTo>
                  <a:cubicBezTo>
                    <a:pt x="3822" y="429"/>
                    <a:pt x="3917" y="357"/>
                    <a:pt x="4001" y="357"/>
                  </a:cubicBezTo>
                  <a:lnTo>
                    <a:pt x="4513" y="357"/>
                  </a:lnTo>
                  <a:cubicBezTo>
                    <a:pt x="4596" y="357"/>
                    <a:pt x="4691" y="417"/>
                    <a:pt x="4703" y="512"/>
                  </a:cubicBezTo>
                  <a:lnTo>
                    <a:pt x="4882" y="1441"/>
                  </a:lnTo>
                  <a:cubicBezTo>
                    <a:pt x="4894" y="1500"/>
                    <a:pt x="4941" y="1560"/>
                    <a:pt x="5001" y="1572"/>
                  </a:cubicBezTo>
                  <a:cubicBezTo>
                    <a:pt x="5215" y="1631"/>
                    <a:pt x="5418" y="1727"/>
                    <a:pt x="5608" y="1822"/>
                  </a:cubicBezTo>
                  <a:cubicBezTo>
                    <a:pt x="5638" y="1840"/>
                    <a:pt x="5674" y="1849"/>
                    <a:pt x="5706" y="1849"/>
                  </a:cubicBezTo>
                  <a:cubicBezTo>
                    <a:pt x="5739" y="1849"/>
                    <a:pt x="5769" y="1840"/>
                    <a:pt x="5787" y="1822"/>
                  </a:cubicBezTo>
                  <a:lnTo>
                    <a:pt x="6584" y="1310"/>
                  </a:lnTo>
                  <a:cubicBezTo>
                    <a:pt x="6617" y="1288"/>
                    <a:pt x="6656" y="1277"/>
                    <a:pt x="6696" y="1277"/>
                  </a:cubicBezTo>
                  <a:cubicBezTo>
                    <a:pt x="6745" y="1277"/>
                    <a:pt x="6795" y="1294"/>
                    <a:pt x="6835" y="1334"/>
                  </a:cubicBezTo>
                  <a:lnTo>
                    <a:pt x="7192" y="1691"/>
                  </a:lnTo>
                  <a:cubicBezTo>
                    <a:pt x="7251" y="1750"/>
                    <a:pt x="7263" y="1858"/>
                    <a:pt x="7216" y="1941"/>
                  </a:cubicBezTo>
                  <a:lnTo>
                    <a:pt x="6704" y="2739"/>
                  </a:lnTo>
                  <a:cubicBezTo>
                    <a:pt x="6668" y="2798"/>
                    <a:pt x="6656" y="2858"/>
                    <a:pt x="6704" y="2917"/>
                  </a:cubicBezTo>
                  <a:cubicBezTo>
                    <a:pt x="6799" y="3108"/>
                    <a:pt x="6894" y="3322"/>
                    <a:pt x="6954" y="3524"/>
                  </a:cubicBezTo>
                  <a:cubicBezTo>
                    <a:pt x="6965" y="3584"/>
                    <a:pt x="7025" y="3643"/>
                    <a:pt x="7085" y="3643"/>
                  </a:cubicBezTo>
                  <a:lnTo>
                    <a:pt x="8013" y="3822"/>
                  </a:lnTo>
                  <a:cubicBezTo>
                    <a:pt x="8097" y="3834"/>
                    <a:pt x="8168" y="3929"/>
                    <a:pt x="8168" y="4013"/>
                  </a:cubicBezTo>
                  <a:lnTo>
                    <a:pt x="8168" y="4525"/>
                  </a:lnTo>
                  <a:cubicBezTo>
                    <a:pt x="8168" y="4608"/>
                    <a:pt x="8108" y="4703"/>
                    <a:pt x="8013" y="4715"/>
                  </a:cubicBezTo>
                  <a:lnTo>
                    <a:pt x="7085" y="4894"/>
                  </a:lnTo>
                  <a:cubicBezTo>
                    <a:pt x="7025" y="4906"/>
                    <a:pt x="6965" y="4953"/>
                    <a:pt x="6954" y="5013"/>
                  </a:cubicBezTo>
                  <a:cubicBezTo>
                    <a:pt x="6906" y="5156"/>
                    <a:pt x="6846" y="5322"/>
                    <a:pt x="6787" y="5477"/>
                  </a:cubicBezTo>
                  <a:cubicBezTo>
                    <a:pt x="6739" y="5560"/>
                    <a:pt x="6787" y="5668"/>
                    <a:pt x="6882" y="5715"/>
                  </a:cubicBezTo>
                  <a:cubicBezTo>
                    <a:pt x="6903" y="5724"/>
                    <a:pt x="6926" y="5729"/>
                    <a:pt x="6949" y="5729"/>
                  </a:cubicBezTo>
                  <a:cubicBezTo>
                    <a:pt x="7016" y="5729"/>
                    <a:pt x="7085" y="5691"/>
                    <a:pt x="7120" y="5620"/>
                  </a:cubicBezTo>
                  <a:cubicBezTo>
                    <a:pt x="7180" y="5489"/>
                    <a:pt x="7239" y="5358"/>
                    <a:pt x="7275" y="5215"/>
                  </a:cubicBezTo>
                  <a:lnTo>
                    <a:pt x="8097" y="5060"/>
                  </a:lnTo>
                  <a:cubicBezTo>
                    <a:pt x="8347" y="5013"/>
                    <a:pt x="8549" y="4775"/>
                    <a:pt x="8549" y="4525"/>
                  </a:cubicBezTo>
                  <a:lnTo>
                    <a:pt x="8549" y="4013"/>
                  </a:lnTo>
                  <a:cubicBezTo>
                    <a:pt x="8549" y="3763"/>
                    <a:pt x="8370" y="3524"/>
                    <a:pt x="8097" y="3477"/>
                  </a:cubicBezTo>
                  <a:lnTo>
                    <a:pt x="7275" y="3310"/>
                  </a:lnTo>
                  <a:cubicBezTo>
                    <a:pt x="7216" y="3155"/>
                    <a:pt x="7156" y="2977"/>
                    <a:pt x="7073" y="2822"/>
                  </a:cubicBezTo>
                  <a:lnTo>
                    <a:pt x="7537" y="2119"/>
                  </a:lnTo>
                  <a:cubicBezTo>
                    <a:pt x="7680" y="1905"/>
                    <a:pt x="7656" y="1619"/>
                    <a:pt x="7454" y="1441"/>
                  </a:cubicBezTo>
                  <a:lnTo>
                    <a:pt x="7096" y="1084"/>
                  </a:lnTo>
                  <a:cubicBezTo>
                    <a:pt x="6992" y="980"/>
                    <a:pt x="6848" y="924"/>
                    <a:pt x="6705" y="924"/>
                  </a:cubicBezTo>
                  <a:cubicBezTo>
                    <a:pt x="6603" y="924"/>
                    <a:pt x="6502" y="953"/>
                    <a:pt x="6418" y="1012"/>
                  </a:cubicBezTo>
                  <a:lnTo>
                    <a:pt x="5715" y="1465"/>
                  </a:lnTo>
                  <a:cubicBezTo>
                    <a:pt x="5549" y="1381"/>
                    <a:pt x="5394" y="1322"/>
                    <a:pt x="5227" y="1262"/>
                  </a:cubicBezTo>
                  <a:lnTo>
                    <a:pt x="5060" y="441"/>
                  </a:lnTo>
                  <a:cubicBezTo>
                    <a:pt x="5013" y="191"/>
                    <a:pt x="4775" y="0"/>
                    <a:pt x="452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noProof="0" dirty="0">
                <a:latin typeface="Roboto Condensed" panose="02000000000000000000" pitchFamily="2" charset="0"/>
                <a:ea typeface="Roboto Condensed" panose="02000000000000000000" pitchFamily="2" charset="0"/>
              </a:endParaRPr>
            </a:p>
          </p:txBody>
        </p:sp>
        <p:sp>
          <p:nvSpPr>
            <p:cNvPr id="22" name="Google Shape;492;p27">
              <a:extLst>
                <a:ext uri="{FF2B5EF4-FFF2-40B4-BE49-F238E27FC236}">
                  <a16:creationId xmlns:a16="http://schemas.microsoft.com/office/drawing/2014/main" id="{8C833AC8-BB89-DEEC-0E7F-972FDCA744BC}"/>
                </a:ext>
              </a:extLst>
            </p:cNvPr>
            <p:cNvSpPr/>
            <p:nvPr/>
          </p:nvSpPr>
          <p:spPr>
            <a:xfrm>
              <a:off x="3184798" y="3878883"/>
              <a:ext cx="109550" cy="94018"/>
            </a:xfrm>
            <a:custGeom>
              <a:avLst/>
              <a:gdLst/>
              <a:ahLst/>
              <a:cxnLst/>
              <a:rect l="l" t="t" r="r" b="b"/>
              <a:pathLst>
                <a:path w="3442" h="2954" extrusionOk="0">
                  <a:moveTo>
                    <a:pt x="1465" y="1"/>
                  </a:moveTo>
                  <a:cubicBezTo>
                    <a:pt x="941" y="1"/>
                    <a:pt x="453" y="191"/>
                    <a:pt x="72" y="561"/>
                  </a:cubicBezTo>
                  <a:cubicBezTo>
                    <a:pt x="0" y="632"/>
                    <a:pt x="0" y="739"/>
                    <a:pt x="72" y="811"/>
                  </a:cubicBezTo>
                  <a:cubicBezTo>
                    <a:pt x="113" y="852"/>
                    <a:pt x="158" y="873"/>
                    <a:pt x="203" y="873"/>
                  </a:cubicBezTo>
                  <a:cubicBezTo>
                    <a:pt x="247" y="873"/>
                    <a:pt x="292" y="852"/>
                    <a:pt x="334" y="811"/>
                  </a:cubicBezTo>
                  <a:cubicBezTo>
                    <a:pt x="631" y="513"/>
                    <a:pt x="1024" y="358"/>
                    <a:pt x="1465" y="358"/>
                  </a:cubicBezTo>
                  <a:cubicBezTo>
                    <a:pt x="2358" y="358"/>
                    <a:pt x="3084" y="1084"/>
                    <a:pt x="3084" y="1977"/>
                  </a:cubicBezTo>
                  <a:cubicBezTo>
                    <a:pt x="3084" y="2227"/>
                    <a:pt x="3024" y="2477"/>
                    <a:pt x="2905" y="2716"/>
                  </a:cubicBezTo>
                  <a:cubicBezTo>
                    <a:pt x="2846" y="2799"/>
                    <a:pt x="2894" y="2894"/>
                    <a:pt x="2977" y="2942"/>
                  </a:cubicBezTo>
                  <a:cubicBezTo>
                    <a:pt x="3013" y="2954"/>
                    <a:pt x="3036" y="2954"/>
                    <a:pt x="3048" y="2954"/>
                  </a:cubicBezTo>
                  <a:cubicBezTo>
                    <a:pt x="3108" y="2954"/>
                    <a:pt x="3167" y="2930"/>
                    <a:pt x="3215" y="2870"/>
                  </a:cubicBezTo>
                  <a:cubicBezTo>
                    <a:pt x="3370" y="2585"/>
                    <a:pt x="3441" y="2287"/>
                    <a:pt x="3441" y="1977"/>
                  </a:cubicBezTo>
                  <a:cubicBezTo>
                    <a:pt x="3441" y="894"/>
                    <a:pt x="2560" y="1"/>
                    <a:pt x="14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noProof="0" dirty="0">
                <a:latin typeface="Roboto Condensed" panose="02000000000000000000" pitchFamily="2" charset="0"/>
                <a:ea typeface="Roboto Condensed" panose="02000000000000000000" pitchFamily="2" charset="0"/>
              </a:endParaRPr>
            </a:p>
          </p:txBody>
        </p:sp>
        <p:sp>
          <p:nvSpPr>
            <p:cNvPr id="23" name="Google Shape;493;p27">
              <a:extLst>
                <a:ext uri="{FF2B5EF4-FFF2-40B4-BE49-F238E27FC236}">
                  <a16:creationId xmlns:a16="http://schemas.microsoft.com/office/drawing/2014/main" id="{6CA3E309-A872-293C-BC53-05EC19EAF0C8}"/>
                </a:ext>
              </a:extLst>
            </p:cNvPr>
            <p:cNvSpPr/>
            <p:nvPr/>
          </p:nvSpPr>
          <p:spPr>
            <a:xfrm>
              <a:off x="3168120" y="3917331"/>
              <a:ext cx="102707" cy="87016"/>
            </a:xfrm>
            <a:custGeom>
              <a:avLst/>
              <a:gdLst/>
              <a:ahLst/>
              <a:cxnLst/>
              <a:rect l="l" t="t" r="r" b="b"/>
              <a:pathLst>
                <a:path w="3227" h="2734" extrusionOk="0">
                  <a:moveTo>
                    <a:pt x="277" y="0"/>
                  </a:moveTo>
                  <a:cubicBezTo>
                    <a:pt x="203" y="0"/>
                    <a:pt x="136" y="38"/>
                    <a:pt x="108" y="115"/>
                  </a:cubicBezTo>
                  <a:cubicBezTo>
                    <a:pt x="36" y="317"/>
                    <a:pt x="0" y="531"/>
                    <a:pt x="0" y="758"/>
                  </a:cubicBezTo>
                  <a:cubicBezTo>
                    <a:pt x="0" y="1841"/>
                    <a:pt x="881" y="2734"/>
                    <a:pt x="1977" y="2734"/>
                  </a:cubicBezTo>
                  <a:cubicBezTo>
                    <a:pt x="2394" y="2734"/>
                    <a:pt x="2798" y="2603"/>
                    <a:pt x="3144" y="2365"/>
                  </a:cubicBezTo>
                  <a:cubicBezTo>
                    <a:pt x="3215" y="2305"/>
                    <a:pt x="3227" y="2198"/>
                    <a:pt x="3191" y="2127"/>
                  </a:cubicBezTo>
                  <a:cubicBezTo>
                    <a:pt x="3162" y="2075"/>
                    <a:pt x="3106" y="2051"/>
                    <a:pt x="3050" y="2051"/>
                  </a:cubicBezTo>
                  <a:cubicBezTo>
                    <a:pt x="3015" y="2051"/>
                    <a:pt x="2981" y="2061"/>
                    <a:pt x="2953" y="2079"/>
                  </a:cubicBezTo>
                  <a:cubicBezTo>
                    <a:pt x="2667" y="2282"/>
                    <a:pt x="2334" y="2389"/>
                    <a:pt x="2001" y="2389"/>
                  </a:cubicBezTo>
                  <a:cubicBezTo>
                    <a:pt x="1108" y="2389"/>
                    <a:pt x="370" y="1662"/>
                    <a:pt x="370" y="769"/>
                  </a:cubicBezTo>
                  <a:cubicBezTo>
                    <a:pt x="370" y="591"/>
                    <a:pt x="405" y="412"/>
                    <a:pt x="465" y="246"/>
                  </a:cubicBezTo>
                  <a:cubicBezTo>
                    <a:pt x="465" y="138"/>
                    <a:pt x="417" y="43"/>
                    <a:pt x="334" y="7"/>
                  </a:cubicBezTo>
                  <a:cubicBezTo>
                    <a:pt x="315" y="3"/>
                    <a:pt x="296" y="0"/>
                    <a:pt x="27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noProof="0" dirty="0">
                <a:latin typeface="Roboto Condensed" panose="02000000000000000000" pitchFamily="2" charset="0"/>
                <a:ea typeface="Roboto Condensed" panose="02000000000000000000" pitchFamily="2" charset="0"/>
              </a:endParaRPr>
            </a:p>
          </p:txBody>
        </p:sp>
        <p:sp>
          <p:nvSpPr>
            <p:cNvPr id="24" name="Google Shape;494;p27">
              <a:extLst>
                <a:ext uri="{FF2B5EF4-FFF2-40B4-BE49-F238E27FC236}">
                  <a16:creationId xmlns:a16="http://schemas.microsoft.com/office/drawing/2014/main" id="{D3A096F4-FF1C-CC5C-DE05-246175456285}"/>
                </a:ext>
              </a:extLst>
            </p:cNvPr>
            <p:cNvSpPr/>
            <p:nvPr/>
          </p:nvSpPr>
          <p:spPr>
            <a:xfrm>
              <a:off x="3264749" y="3976275"/>
              <a:ext cx="183836" cy="183836"/>
            </a:xfrm>
            <a:custGeom>
              <a:avLst/>
              <a:gdLst/>
              <a:ahLst/>
              <a:cxnLst/>
              <a:rect l="l" t="t" r="r" b="b"/>
              <a:pathLst>
                <a:path w="5776" h="5776" extrusionOk="0">
                  <a:moveTo>
                    <a:pt x="2739" y="1"/>
                  </a:moveTo>
                  <a:cubicBezTo>
                    <a:pt x="2548" y="1"/>
                    <a:pt x="2370" y="156"/>
                    <a:pt x="2322" y="346"/>
                  </a:cubicBezTo>
                  <a:lnTo>
                    <a:pt x="2215" y="846"/>
                  </a:lnTo>
                  <a:cubicBezTo>
                    <a:pt x="2132" y="882"/>
                    <a:pt x="2036" y="930"/>
                    <a:pt x="1953" y="953"/>
                  </a:cubicBezTo>
                  <a:lnTo>
                    <a:pt x="1525" y="668"/>
                  </a:lnTo>
                  <a:cubicBezTo>
                    <a:pt x="1454" y="627"/>
                    <a:pt x="1372" y="606"/>
                    <a:pt x="1291" y="606"/>
                  </a:cubicBezTo>
                  <a:cubicBezTo>
                    <a:pt x="1181" y="606"/>
                    <a:pt x="1071" y="645"/>
                    <a:pt x="989" y="727"/>
                  </a:cubicBezTo>
                  <a:lnTo>
                    <a:pt x="751" y="965"/>
                  </a:lnTo>
                  <a:cubicBezTo>
                    <a:pt x="620" y="1108"/>
                    <a:pt x="584" y="1322"/>
                    <a:pt x="691" y="1501"/>
                  </a:cubicBezTo>
                  <a:lnTo>
                    <a:pt x="977" y="1942"/>
                  </a:lnTo>
                  <a:cubicBezTo>
                    <a:pt x="917" y="2061"/>
                    <a:pt x="870" y="2180"/>
                    <a:pt x="822" y="2311"/>
                  </a:cubicBezTo>
                  <a:cubicBezTo>
                    <a:pt x="786" y="2394"/>
                    <a:pt x="858" y="2501"/>
                    <a:pt x="941" y="2537"/>
                  </a:cubicBezTo>
                  <a:cubicBezTo>
                    <a:pt x="954" y="2541"/>
                    <a:pt x="967" y="2542"/>
                    <a:pt x="980" y="2542"/>
                  </a:cubicBezTo>
                  <a:cubicBezTo>
                    <a:pt x="1055" y="2542"/>
                    <a:pt x="1137" y="2489"/>
                    <a:pt x="1167" y="2418"/>
                  </a:cubicBezTo>
                  <a:cubicBezTo>
                    <a:pt x="1203" y="2275"/>
                    <a:pt x="1251" y="2144"/>
                    <a:pt x="1322" y="2025"/>
                  </a:cubicBezTo>
                  <a:cubicBezTo>
                    <a:pt x="1358" y="1965"/>
                    <a:pt x="1358" y="1894"/>
                    <a:pt x="1322" y="1846"/>
                  </a:cubicBezTo>
                  <a:lnTo>
                    <a:pt x="989" y="1322"/>
                  </a:lnTo>
                  <a:cubicBezTo>
                    <a:pt x="977" y="1299"/>
                    <a:pt x="977" y="1263"/>
                    <a:pt x="1001" y="1239"/>
                  </a:cubicBezTo>
                  <a:lnTo>
                    <a:pt x="1239" y="1001"/>
                  </a:lnTo>
                  <a:cubicBezTo>
                    <a:pt x="1258" y="981"/>
                    <a:pt x="1274" y="973"/>
                    <a:pt x="1291" y="973"/>
                  </a:cubicBezTo>
                  <a:cubicBezTo>
                    <a:pt x="1304" y="973"/>
                    <a:pt x="1318" y="978"/>
                    <a:pt x="1334" y="989"/>
                  </a:cubicBezTo>
                  <a:lnTo>
                    <a:pt x="1846" y="1322"/>
                  </a:lnTo>
                  <a:cubicBezTo>
                    <a:pt x="1878" y="1342"/>
                    <a:pt x="1910" y="1354"/>
                    <a:pt x="1942" y="1354"/>
                  </a:cubicBezTo>
                  <a:cubicBezTo>
                    <a:pt x="1969" y="1354"/>
                    <a:pt x="1997" y="1345"/>
                    <a:pt x="2025" y="1322"/>
                  </a:cubicBezTo>
                  <a:cubicBezTo>
                    <a:pt x="2144" y="1251"/>
                    <a:pt x="2287" y="1203"/>
                    <a:pt x="2417" y="1156"/>
                  </a:cubicBezTo>
                  <a:cubicBezTo>
                    <a:pt x="2477" y="1144"/>
                    <a:pt x="2537" y="1084"/>
                    <a:pt x="2537" y="1025"/>
                  </a:cubicBezTo>
                  <a:lnTo>
                    <a:pt x="2656" y="418"/>
                  </a:lnTo>
                  <a:cubicBezTo>
                    <a:pt x="2656" y="382"/>
                    <a:pt x="2679" y="358"/>
                    <a:pt x="2727" y="358"/>
                  </a:cubicBezTo>
                  <a:lnTo>
                    <a:pt x="3060" y="358"/>
                  </a:lnTo>
                  <a:cubicBezTo>
                    <a:pt x="3084" y="358"/>
                    <a:pt x="3120" y="394"/>
                    <a:pt x="3132" y="418"/>
                  </a:cubicBezTo>
                  <a:lnTo>
                    <a:pt x="3251" y="1025"/>
                  </a:lnTo>
                  <a:cubicBezTo>
                    <a:pt x="3263" y="1084"/>
                    <a:pt x="3310" y="1144"/>
                    <a:pt x="3370" y="1156"/>
                  </a:cubicBezTo>
                  <a:cubicBezTo>
                    <a:pt x="3501" y="1203"/>
                    <a:pt x="3632" y="1251"/>
                    <a:pt x="3751" y="1322"/>
                  </a:cubicBezTo>
                  <a:cubicBezTo>
                    <a:pt x="3781" y="1340"/>
                    <a:pt x="3816" y="1349"/>
                    <a:pt x="3849" y="1349"/>
                  </a:cubicBezTo>
                  <a:cubicBezTo>
                    <a:pt x="3882" y="1349"/>
                    <a:pt x="3912" y="1340"/>
                    <a:pt x="3930" y="1322"/>
                  </a:cubicBezTo>
                  <a:lnTo>
                    <a:pt x="4453" y="989"/>
                  </a:lnTo>
                  <a:cubicBezTo>
                    <a:pt x="4469" y="978"/>
                    <a:pt x="4483" y="973"/>
                    <a:pt x="4497" y="973"/>
                  </a:cubicBezTo>
                  <a:cubicBezTo>
                    <a:pt x="4513" y="973"/>
                    <a:pt x="4529" y="981"/>
                    <a:pt x="4549" y="1001"/>
                  </a:cubicBezTo>
                  <a:lnTo>
                    <a:pt x="4787" y="1239"/>
                  </a:lnTo>
                  <a:cubicBezTo>
                    <a:pt x="4811" y="1263"/>
                    <a:pt x="4811" y="1299"/>
                    <a:pt x="4799" y="1322"/>
                  </a:cubicBezTo>
                  <a:lnTo>
                    <a:pt x="4453" y="1846"/>
                  </a:lnTo>
                  <a:cubicBezTo>
                    <a:pt x="4430" y="1906"/>
                    <a:pt x="4406" y="1965"/>
                    <a:pt x="4453" y="2025"/>
                  </a:cubicBezTo>
                  <a:cubicBezTo>
                    <a:pt x="4525" y="2144"/>
                    <a:pt x="4573" y="2275"/>
                    <a:pt x="4620" y="2418"/>
                  </a:cubicBezTo>
                  <a:cubicBezTo>
                    <a:pt x="4632" y="2477"/>
                    <a:pt x="4692" y="2537"/>
                    <a:pt x="4751" y="2537"/>
                  </a:cubicBezTo>
                  <a:lnTo>
                    <a:pt x="5358" y="2656"/>
                  </a:lnTo>
                  <a:cubicBezTo>
                    <a:pt x="5394" y="2656"/>
                    <a:pt x="5418" y="2680"/>
                    <a:pt x="5418" y="2727"/>
                  </a:cubicBezTo>
                  <a:lnTo>
                    <a:pt x="5418" y="3049"/>
                  </a:lnTo>
                  <a:cubicBezTo>
                    <a:pt x="5418" y="3085"/>
                    <a:pt x="5394" y="3108"/>
                    <a:pt x="5358" y="3132"/>
                  </a:cubicBezTo>
                  <a:lnTo>
                    <a:pt x="4751" y="3251"/>
                  </a:lnTo>
                  <a:cubicBezTo>
                    <a:pt x="4692" y="3263"/>
                    <a:pt x="4632" y="3311"/>
                    <a:pt x="4620" y="3370"/>
                  </a:cubicBezTo>
                  <a:cubicBezTo>
                    <a:pt x="4573" y="3501"/>
                    <a:pt x="4525" y="3632"/>
                    <a:pt x="4453" y="3751"/>
                  </a:cubicBezTo>
                  <a:cubicBezTo>
                    <a:pt x="4430" y="3811"/>
                    <a:pt x="4430" y="3882"/>
                    <a:pt x="4453" y="3930"/>
                  </a:cubicBezTo>
                  <a:lnTo>
                    <a:pt x="4799" y="4454"/>
                  </a:lnTo>
                  <a:cubicBezTo>
                    <a:pt x="4811" y="4478"/>
                    <a:pt x="4811" y="4513"/>
                    <a:pt x="4787" y="4537"/>
                  </a:cubicBezTo>
                  <a:lnTo>
                    <a:pt x="4549" y="4775"/>
                  </a:lnTo>
                  <a:cubicBezTo>
                    <a:pt x="4526" y="4798"/>
                    <a:pt x="4508" y="4806"/>
                    <a:pt x="4489" y="4806"/>
                  </a:cubicBezTo>
                  <a:cubicBezTo>
                    <a:pt x="4478" y="4806"/>
                    <a:pt x="4467" y="4803"/>
                    <a:pt x="4453" y="4799"/>
                  </a:cubicBezTo>
                  <a:lnTo>
                    <a:pt x="3930" y="4454"/>
                  </a:lnTo>
                  <a:cubicBezTo>
                    <a:pt x="3898" y="4435"/>
                    <a:pt x="3866" y="4422"/>
                    <a:pt x="3834" y="4422"/>
                  </a:cubicBezTo>
                  <a:cubicBezTo>
                    <a:pt x="3806" y="4422"/>
                    <a:pt x="3779" y="4432"/>
                    <a:pt x="3751" y="4454"/>
                  </a:cubicBezTo>
                  <a:cubicBezTo>
                    <a:pt x="3632" y="4525"/>
                    <a:pt x="3501" y="4573"/>
                    <a:pt x="3370" y="4621"/>
                  </a:cubicBezTo>
                  <a:cubicBezTo>
                    <a:pt x="3310" y="4632"/>
                    <a:pt x="3251" y="4692"/>
                    <a:pt x="3251" y="4751"/>
                  </a:cubicBezTo>
                  <a:lnTo>
                    <a:pt x="3132" y="5359"/>
                  </a:lnTo>
                  <a:cubicBezTo>
                    <a:pt x="3132" y="5394"/>
                    <a:pt x="3096" y="5418"/>
                    <a:pt x="3060" y="5418"/>
                  </a:cubicBezTo>
                  <a:lnTo>
                    <a:pt x="2727" y="5418"/>
                  </a:lnTo>
                  <a:cubicBezTo>
                    <a:pt x="2703" y="5418"/>
                    <a:pt x="2668" y="5394"/>
                    <a:pt x="2656" y="5359"/>
                  </a:cubicBezTo>
                  <a:lnTo>
                    <a:pt x="2537" y="4751"/>
                  </a:lnTo>
                  <a:cubicBezTo>
                    <a:pt x="2525" y="4692"/>
                    <a:pt x="2477" y="4632"/>
                    <a:pt x="2417" y="4621"/>
                  </a:cubicBezTo>
                  <a:cubicBezTo>
                    <a:pt x="2287" y="4573"/>
                    <a:pt x="2144" y="4525"/>
                    <a:pt x="2025" y="4454"/>
                  </a:cubicBezTo>
                  <a:cubicBezTo>
                    <a:pt x="1995" y="4436"/>
                    <a:pt x="1962" y="4427"/>
                    <a:pt x="1931" y="4427"/>
                  </a:cubicBezTo>
                  <a:cubicBezTo>
                    <a:pt x="1900" y="4427"/>
                    <a:pt x="1870" y="4436"/>
                    <a:pt x="1846" y="4454"/>
                  </a:cubicBezTo>
                  <a:lnTo>
                    <a:pt x="1334" y="4799"/>
                  </a:lnTo>
                  <a:cubicBezTo>
                    <a:pt x="1321" y="4803"/>
                    <a:pt x="1309" y="4806"/>
                    <a:pt x="1298" y="4806"/>
                  </a:cubicBezTo>
                  <a:cubicBezTo>
                    <a:pt x="1279" y="4806"/>
                    <a:pt x="1261" y="4798"/>
                    <a:pt x="1239" y="4775"/>
                  </a:cubicBezTo>
                  <a:lnTo>
                    <a:pt x="1001" y="4537"/>
                  </a:lnTo>
                  <a:cubicBezTo>
                    <a:pt x="977" y="4513"/>
                    <a:pt x="977" y="4478"/>
                    <a:pt x="989" y="4454"/>
                  </a:cubicBezTo>
                  <a:lnTo>
                    <a:pt x="1322" y="3930"/>
                  </a:lnTo>
                  <a:cubicBezTo>
                    <a:pt x="1358" y="3870"/>
                    <a:pt x="1370" y="3811"/>
                    <a:pt x="1322" y="3751"/>
                  </a:cubicBezTo>
                  <a:cubicBezTo>
                    <a:pt x="1251" y="3632"/>
                    <a:pt x="1215" y="3501"/>
                    <a:pt x="1167" y="3370"/>
                  </a:cubicBezTo>
                  <a:cubicBezTo>
                    <a:pt x="1144" y="3311"/>
                    <a:pt x="1084" y="3251"/>
                    <a:pt x="1024" y="3251"/>
                  </a:cubicBezTo>
                  <a:lnTo>
                    <a:pt x="417" y="3132"/>
                  </a:lnTo>
                  <a:cubicBezTo>
                    <a:pt x="393" y="3132"/>
                    <a:pt x="358" y="3097"/>
                    <a:pt x="358" y="3049"/>
                  </a:cubicBezTo>
                  <a:lnTo>
                    <a:pt x="358" y="2727"/>
                  </a:lnTo>
                  <a:cubicBezTo>
                    <a:pt x="358" y="2692"/>
                    <a:pt x="393" y="2668"/>
                    <a:pt x="417" y="2656"/>
                  </a:cubicBezTo>
                  <a:lnTo>
                    <a:pt x="465" y="2632"/>
                  </a:lnTo>
                  <a:cubicBezTo>
                    <a:pt x="548" y="2620"/>
                    <a:pt x="632" y="2525"/>
                    <a:pt x="596" y="2430"/>
                  </a:cubicBezTo>
                  <a:cubicBezTo>
                    <a:pt x="586" y="2352"/>
                    <a:pt x="520" y="2289"/>
                    <a:pt x="444" y="2289"/>
                  </a:cubicBezTo>
                  <a:cubicBezTo>
                    <a:pt x="428" y="2289"/>
                    <a:pt x="410" y="2292"/>
                    <a:pt x="393" y="2299"/>
                  </a:cubicBezTo>
                  <a:lnTo>
                    <a:pt x="346" y="2311"/>
                  </a:lnTo>
                  <a:cubicBezTo>
                    <a:pt x="155" y="2358"/>
                    <a:pt x="1" y="2513"/>
                    <a:pt x="1" y="2727"/>
                  </a:cubicBezTo>
                  <a:lnTo>
                    <a:pt x="1" y="3049"/>
                  </a:lnTo>
                  <a:cubicBezTo>
                    <a:pt x="1" y="3251"/>
                    <a:pt x="155" y="3430"/>
                    <a:pt x="346" y="3466"/>
                  </a:cubicBezTo>
                  <a:lnTo>
                    <a:pt x="846" y="3573"/>
                  </a:lnTo>
                  <a:cubicBezTo>
                    <a:pt x="882" y="3668"/>
                    <a:pt x="929" y="3751"/>
                    <a:pt x="953" y="3847"/>
                  </a:cubicBezTo>
                  <a:lnTo>
                    <a:pt x="679" y="4275"/>
                  </a:lnTo>
                  <a:cubicBezTo>
                    <a:pt x="572" y="4442"/>
                    <a:pt x="584" y="4656"/>
                    <a:pt x="727" y="4811"/>
                  </a:cubicBezTo>
                  <a:lnTo>
                    <a:pt x="977" y="5049"/>
                  </a:lnTo>
                  <a:cubicBezTo>
                    <a:pt x="1055" y="5127"/>
                    <a:pt x="1163" y="5172"/>
                    <a:pt x="1278" y="5172"/>
                  </a:cubicBezTo>
                  <a:cubicBezTo>
                    <a:pt x="1356" y="5172"/>
                    <a:pt x="1436" y="5152"/>
                    <a:pt x="1513" y="5109"/>
                  </a:cubicBezTo>
                  <a:lnTo>
                    <a:pt x="1941" y="4823"/>
                  </a:lnTo>
                  <a:cubicBezTo>
                    <a:pt x="2025" y="4871"/>
                    <a:pt x="2120" y="4894"/>
                    <a:pt x="2203" y="4930"/>
                  </a:cubicBezTo>
                  <a:lnTo>
                    <a:pt x="2310" y="5430"/>
                  </a:lnTo>
                  <a:cubicBezTo>
                    <a:pt x="2358" y="5633"/>
                    <a:pt x="2513" y="5775"/>
                    <a:pt x="2727" y="5775"/>
                  </a:cubicBezTo>
                  <a:lnTo>
                    <a:pt x="3060" y="5775"/>
                  </a:lnTo>
                  <a:cubicBezTo>
                    <a:pt x="3251" y="5775"/>
                    <a:pt x="3430" y="5633"/>
                    <a:pt x="3465" y="5430"/>
                  </a:cubicBezTo>
                  <a:lnTo>
                    <a:pt x="3572" y="4930"/>
                  </a:lnTo>
                  <a:cubicBezTo>
                    <a:pt x="3668" y="4894"/>
                    <a:pt x="3751" y="4859"/>
                    <a:pt x="3846" y="4823"/>
                  </a:cubicBezTo>
                  <a:lnTo>
                    <a:pt x="4275" y="5109"/>
                  </a:lnTo>
                  <a:cubicBezTo>
                    <a:pt x="4344" y="5153"/>
                    <a:pt x="4422" y="5175"/>
                    <a:pt x="4500" y="5175"/>
                  </a:cubicBezTo>
                  <a:cubicBezTo>
                    <a:pt x="4610" y="5175"/>
                    <a:pt x="4720" y="5132"/>
                    <a:pt x="4811" y="5049"/>
                  </a:cubicBezTo>
                  <a:lnTo>
                    <a:pt x="5049" y="4811"/>
                  </a:lnTo>
                  <a:cubicBezTo>
                    <a:pt x="5180" y="4680"/>
                    <a:pt x="5215" y="4454"/>
                    <a:pt x="5108" y="4275"/>
                  </a:cubicBezTo>
                  <a:lnTo>
                    <a:pt x="4823" y="3847"/>
                  </a:lnTo>
                  <a:cubicBezTo>
                    <a:pt x="4870" y="3751"/>
                    <a:pt x="4894" y="3668"/>
                    <a:pt x="4930" y="3573"/>
                  </a:cubicBezTo>
                  <a:lnTo>
                    <a:pt x="5442" y="3466"/>
                  </a:lnTo>
                  <a:cubicBezTo>
                    <a:pt x="5632" y="3430"/>
                    <a:pt x="5775" y="3263"/>
                    <a:pt x="5775" y="3049"/>
                  </a:cubicBezTo>
                  <a:lnTo>
                    <a:pt x="5775" y="2727"/>
                  </a:lnTo>
                  <a:cubicBezTo>
                    <a:pt x="5775" y="2513"/>
                    <a:pt x="5644" y="2358"/>
                    <a:pt x="5454" y="2311"/>
                  </a:cubicBezTo>
                  <a:lnTo>
                    <a:pt x="4942" y="2204"/>
                  </a:lnTo>
                  <a:cubicBezTo>
                    <a:pt x="4918" y="2120"/>
                    <a:pt x="4870" y="2025"/>
                    <a:pt x="4846" y="1942"/>
                  </a:cubicBezTo>
                  <a:lnTo>
                    <a:pt x="5120" y="1501"/>
                  </a:lnTo>
                  <a:cubicBezTo>
                    <a:pt x="5227" y="1346"/>
                    <a:pt x="5215" y="1120"/>
                    <a:pt x="5061" y="965"/>
                  </a:cubicBezTo>
                  <a:lnTo>
                    <a:pt x="4823" y="727"/>
                  </a:lnTo>
                  <a:cubicBezTo>
                    <a:pt x="4745" y="650"/>
                    <a:pt x="4634" y="610"/>
                    <a:pt x="4520" y="610"/>
                  </a:cubicBezTo>
                  <a:cubicBezTo>
                    <a:pt x="4441" y="610"/>
                    <a:pt x="4360" y="629"/>
                    <a:pt x="4287" y="668"/>
                  </a:cubicBezTo>
                  <a:lnTo>
                    <a:pt x="3858" y="953"/>
                  </a:lnTo>
                  <a:cubicBezTo>
                    <a:pt x="3763" y="906"/>
                    <a:pt x="3680" y="882"/>
                    <a:pt x="3596" y="846"/>
                  </a:cubicBezTo>
                  <a:lnTo>
                    <a:pt x="3489" y="346"/>
                  </a:lnTo>
                  <a:cubicBezTo>
                    <a:pt x="3441" y="156"/>
                    <a:pt x="3275" y="1"/>
                    <a:pt x="307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noProof="0" dirty="0">
                <a:latin typeface="Roboto Condensed" panose="02000000000000000000" pitchFamily="2" charset="0"/>
                <a:ea typeface="Roboto Condensed" panose="02000000000000000000" pitchFamily="2" charset="0"/>
              </a:endParaRPr>
            </a:p>
          </p:txBody>
        </p:sp>
        <p:sp>
          <p:nvSpPr>
            <p:cNvPr id="26" name="Google Shape;495;p27">
              <a:extLst>
                <a:ext uri="{FF2B5EF4-FFF2-40B4-BE49-F238E27FC236}">
                  <a16:creationId xmlns:a16="http://schemas.microsoft.com/office/drawing/2014/main" id="{41E9A94C-FEB7-E20F-B583-59E1E7F60475}"/>
                </a:ext>
              </a:extLst>
            </p:cNvPr>
            <p:cNvSpPr/>
            <p:nvPr/>
          </p:nvSpPr>
          <p:spPr>
            <a:xfrm>
              <a:off x="3326526" y="4036907"/>
              <a:ext cx="62541" cy="62573"/>
            </a:xfrm>
            <a:custGeom>
              <a:avLst/>
              <a:gdLst/>
              <a:ahLst/>
              <a:cxnLst/>
              <a:rect l="l" t="t" r="r" b="b"/>
              <a:pathLst>
                <a:path w="1965" h="1966" extrusionOk="0">
                  <a:moveTo>
                    <a:pt x="977" y="1"/>
                  </a:moveTo>
                  <a:cubicBezTo>
                    <a:pt x="441" y="1"/>
                    <a:pt x="0" y="453"/>
                    <a:pt x="0" y="989"/>
                  </a:cubicBezTo>
                  <a:cubicBezTo>
                    <a:pt x="0" y="1525"/>
                    <a:pt x="441" y="1965"/>
                    <a:pt x="977" y="1965"/>
                  </a:cubicBezTo>
                  <a:cubicBezTo>
                    <a:pt x="1203" y="1965"/>
                    <a:pt x="1417" y="1894"/>
                    <a:pt x="1572" y="1763"/>
                  </a:cubicBezTo>
                  <a:cubicBezTo>
                    <a:pt x="1655" y="1703"/>
                    <a:pt x="1667" y="1596"/>
                    <a:pt x="1608" y="1501"/>
                  </a:cubicBezTo>
                  <a:cubicBezTo>
                    <a:pt x="1574" y="1461"/>
                    <a:pt x="1525" y="1439"/>
                    <a:pt x="1473" y="1439"/>
                  </a:cubicBezTo>
                  <a:cubicBezTo>
                    <a:pt x="1434" y="1439"/>
                    <a:pt x="1394" y="1452"/>
                    <a:pt x="1358" y="1477"/>
                  </a:cubicBezTo>
                  <a:cubicBezTo>
                    <a:pt x="1250" y="1561"/>
                    <a:pt x="1119" y="1608"/>
                    <a:pt x="965" y="1608"/>
                  </a:cubicBezTo>
                  <a:cubicBezTo>
                    <a:pt x="619" y="1608"/>
                    <a:pt x="346" y="1322"/>
                    <a:pt x="346" y="977"/>
                  </a:cubicBezTo>
                  <a:cubicBezTo>
                    <a:pt x="346" y="644"/>
                    <a:pt x="619" y="358"/>
                    <a:pt x="977" y="358"/>
                  </a:cubicBezTo>
                  <a:cubicBezTo>
                    <a:pt x="1322" y="358"/>
                    <a:pt x="1608" y="644"/>
                    <a:pt x="1608" y="989"/>
                  </a:cubicBezTo>
                  <a:cubicBezTo>
                    <a:pt x="1608" y="1084"/>
                    <a:pt x="1679" y="1168"/>
                    <a:pt x="1786" y="1168"/>
                  </a:cubicBezTo>
                  <a:cubicBezTo>
                    <a:pt x="1893" y="1168"/>
                    <a:pt x="1965" y="1084"/>
                    <a:pt x="1965" y="989"/>
                  </a:cubicBezTo>
                  <a:cubicBezTo>
                    <a:pt x="1965" y="453"/>
                    <a:pt x="1512" y="1"/>
                    <a:pt x="97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noProof="0" dirty="0">
                <a:latin typeface="Roboto Condensed" panose="02000000000000000000" pitchFamily="2" charset="0"/>
                <a:ea typeface="Roboto Condensed" panose="02000000000000000000" pitchFamily="2" charset="0"/>
              </a:endParaRPr>
            </a:p>
          </p:txBody>
        </p:sp>
        <p:sp>
          <p:nvSpPr>
            <p:cNvPr id="27" name="Google Shape;496;p27">
              <a:extLst>
                <a:ext uri="{FF2B5EF4-FFF2-40B4-BE49-F238E27FC236}">
                  <a16:creationId xmlns:a16="http://schemas.microsoft.com/office/drawing/2014/main" id="{E1480866-6261-8902-8E34-0762196496A1}"/>
                </a:ext>
              </a:extLst>
            </p:cNvPr>
            <p:cNvSpPr/>
            <p:nvPr/>
          </p:nvSpPr>
          <p:spPr>
            <a:xfrm>
              <a:off x="3196542" y="3907687"/>
              <a:ext cx="68238" cy="68238"/>
            </a:xfrm>
            <a:custGeom>
              <a:avLst/>
              <a:gdLst/>
              <a:ahLst/>
              <a:cxnLst/>
              <a:rect l="l" t="t" r="r" b="b"/>
              <a:pathLst>
                <a:path w="2144" h="2144" extrusionOk="0">
                  <a:moveTo>
                    <a:pt x="1072" y="358"/>
                  </a:moveTo>
                  <a:cubicBezTo>
                    <a:pt x="1477" y="358"/>
                    <a:pt x="1786" y="680"/>
                    <a:pt x="1786" y="1072"/>
                  </a:cubicBezTo>
                  <a:cubicBezTo>
                    <a:pt x="1786" y="1477"/>
                    <a:pt x="1465" y="1787"/>
                    <a:pt x="1072" y="1787"/>
                  </a:cubicBezTo>
                  <a:cubicBezTo>
                    <a:pt x="691" y="1787"/>
                    <a:pt x="358" y="1453"/>
                    <a:pt x="358" y="1072"/>
                  </a:cubicBezTo>
                  <a:cubicBezTo>
                    <a:pt x="358" y="668"/>
                    <a:pt x="691" y="358"/>
                    <a:pt x="1072" y="358"/>
                  </a:cubicBezTo>
                  <a:close/>
                  <a:moveTo>
                    <a:pt x="1072" y="1"/>
                  </a:moveTo>
                  <a:cubicBezTo>
                    <a:pt x="477" y="1"/>
                    <a:pt x="0" y="477"/>
                    <a:pt x="0" y="1072"/>
                  </a:cubicBezTo>
                  <a:cubicBezTo>
                    <a:pt x="0" y="1668"/>
                    <a:pt x="477" y="2144"/>
                    <a:pt x="1072" y="2144"/>
                  </a:cubicBezTo>
                  <a:cubicBezTo>
                    <a:pt x="1667" y="2144"/>
                    <a:pt x="2144" y="1656"/>
                    <a:pt x="2144" y="1072"/>
                  </a:cubicBezTo>
                  <a:cubicBezTo>
                    <a:pt x="2144" y="477"/>
                    <a:pt x="1667" y="1"/>
                    <a:pt x="107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noProof="0" dirty="0">
                <a:latin typeface="Roboto Condensed" panose="02000000000000000000" pitchFamily="2" charset="0"/>
                <a:ea typeface="Roboto Condensed" panose="02000000000000000000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ll/>
      </p:transition>
    </mc:Choice>
    <mc:Fallback xmlns="">
      <p:transition>
        <p:pull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26"/>
          <p:cNvSpPr txBox="1">
            <a:spLocks noGrp="1"/>
          </p:cNvSpPr>
          <p:nvPr>
            <p:ph type="ctrTitle"/>
          </p:nvPr>
        </p:nvSpPr>
        <p:spPr>
          <a:xfrm>
            <a:off x="618825" y="411675"/>
            <a:ext cx="47277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/>
              <a:t>PROJECT DESCRIPTION</a:t>
            </a:r>
          </a:p>
        </p:txBody>
      </p:sp>
      <p:sp>
        <p:nvSpPr>
          <p:cNvPr id="2" name="Google Shape;477;p27">
            <a:extLst>
              <a:ext uri="{FF2B5EF4-FFF2-40B4-BE49-F238E27FC236}">
                <a16:creationId xmlns:a16="http://schemas.microsoft.com/office/drawing/2014/main" id="{D56896E6-DE82-65E7-1C64-69F48A555FD7}"/>
              </a:ext>
            </a:extLst>
          </p:cNvPr>
          <p:cNvSpPr txBox="1">
            <a:spLocks/>
          </p:cNvSpPr>
          <p:nvPr/>
        </p:nvSpPr>
        <p:spPr>
          <a:xfrm>
            <a:off x="730328" y="1664028"/>
            <a:ext cx="5240981" cy="37499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dirty="0">
                <a:solidFill>
                  <a:schemeClr val="bg1"/>
                </a:solidFill>
                <a:latin typeface="Roboto Condensed" panose="02000000000000000000" pitchFamily="2" charset="0"/>
                <a:ea typeface="Roboto Condensed" panose="02000000000000000000" pitchFamily="2" charset="0"/>
              </a:rPr>
              <a:t>IMAGE OF A NOTEBOOK CALLING DOCKYTER (</a:t>
            </a:r>
            <a:r>
              <a:rPr lang="en-US" dirty="0" err="1">
                <a:solidFill>
                  <a:schemeClr val="bg1"/>
                </a:solidFill>
                <a:latin typeface="Roboto Condensed" panose="02000000000000000000" pitchFamily="2" charset="0"/>
                <a:ea typeface="Roboto Condensed" panose="02000000000000000000" pitchFamily="2" charset="0"/>
              </a:rPr>
              <a:t>nbviever</a:t>
            </a:r>
            <a:r>
              <a:rPr lang="en-US" dirty="0">
                <a:solidFill>
                  <a:schemeClr val="bg1"/>
                </a:solidFill>
                <a:latin typeface="Roboto Condensed" panose="02000000000000000000" pitchFamily="2" charset="0"/>
                <a:ea typeface="Roboto Condensed" panose="02000000000000000000" pitchFamily="2" charset="0"/>
              </a:rPr>
              <a:t> page)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ll/>
      </p:transition>
    </mc:Choice>
    <mc:Fallback xmlns="">
      <p:transition>
        <p:pull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4">
          <a:extLst>
            <a:ext uri="{FF2B5EF4-FFF2-40B4-BE49-F238E27FC236}">
              <a16:creationId xmlns:a16="http://schemas.microsoft.com/office/drawing/2014/main" id="{BC96FE30-2226-CF8A-F392-1A4109979B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26">
            <a:extLst>
              <a:ext uri="{FF2B5EF4-FFF2-40B4-BE49-F238E27FC236}">
                <a16:creationId xmlns:a16="http://schemas.microsoft.com/office/drawing/2014/main" id="{767D9F17-2954-9271-B190-743C277BC78B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618825" y="411675"/>
            <a:ext cx="47277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US" noProof="0" dirty="0"/>
              <a:t>TARGET AUDIENCE </a:t>
            </a:r>
            <a:r>
              <a:rPr lang="en-US" dirty="0">
                <a:latin typeface="Roboto Condensed" panose="02000000000000000000" pitchFamily="2" charset="0"/>
                <a:ea typeface="Roboto Condensed" panose="02000000000000000000" pitchFamily="2" charset="0"/>
              </a:rPr>
              <a:t>&amp; PURPOSE</a:t>
            </a:r>
            <a:endParaRPr lang="en-US" noProof="0" dirty="0"/>
          </a:p>
        </p:txBody>
      </p:sp>
      <p:sp>
        <p:nvSpPr>
          <p:cNvPr id="3" name="Google Shape;472;p27">
            <a:extLst>
              <a:ext uri="{FF2B5EF4-FFF2-40B4-BE49-F238E27FC236}">
                <a16:creationId xmlns:a16="http://schemas.microsoft.com/office/drawing/2014/main" id="{049EE930-97E8-D6DF-D8F8-1AC28FD359E8}"/>
              </a:ext>
            </a:extLst>
          </p:cNvPr>
          <p:cNvSpPr txBox="1">
            <a:spLocks/>
          </p:cNvSpPr>
          <p:nvPr/>
        </p:nvSpPr>
        <p:spPr>
          <a:xfrm>
            <a:off x="730328" y="1112260"/>
            <a:ext cx="4616197" cy="3771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921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Livvic Light"/>
              <a:buChar char="●"/>
              <a:defRPr sz="12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2921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Nunito Light"/>
              <a:buChar char="○"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2921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Nunito Light"/>
              <a:buChar char="■"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2921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Nunito Light"/>
              <a:buChar char="●"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2921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Nunito Light"/>
              <a:buChar char="○"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2921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Nunito Light"/>
              <a:buChar char="■"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2921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Nunito Light"/>
              <a:buChar char="●"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2921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Nunito Light"/>
              <a:buChar char="○"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2921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000"/>
              <a:buFont typeface="Nunito Light"/>
              <a:buChar char="■"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buNone/>
            </a:pPr>
            <a:r>
              <a:rPr lang="en-GB" sz="1400" dirty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Dev/Data scientists needing heavy tools without local installs</a:t>
            </a:r>
            <a:endParaRPr lang="en-US" sz="1400" dirty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5" name="Google Shape;472;p27">
            <a:extLst>
              <a:ext uri="{FF2B5EF4-FFF2-40B4-BE49-F238E27FC236}">
                <a16:creationId xmlns:a16="http://schemas.microsoft.com/office/drawing/2014/main" id="{4DE9E821-9343-21A5-EDC4-20BB0030483C}"/>
              </a:ext>
            </a:extLst>
          </p:cNvPr>
          <p:cNvSpPr txBox="1">
            <a:spLocks/>
          </p:cNvSpPr>
          <p:nvPr/>
        </p:nvSpPr>
        <p:spPr>
          <a:xfrm>
            <a:off x="730327" y="1612149"/>
            <a:ext cx="4298871" cy="3771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921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Livvic Light"/>
              <a:buChar char="●"/>
              <a:defRPr sz="12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2921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Nunito Light"/>
              <a:buChar char="○"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2921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Nunito Light"/>
              <a:buChar char="■"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2921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Nunito Light"/>
              <a:buChar char="●"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2921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Nunito Light"/>
              <a:buChar char="○"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2921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Nunito Light"/>
              <a:buChar char="■"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2921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Nunito Light"/>
              <a:buChar char="●"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2921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Nunito Light"/>
              <a:buChar char="○"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2921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000"/>
              <a:buFont typeface="Nunito Light"/>
              <a:buChar char="■"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buNone/>
            </a:pPr>
            <a:r>
              <a:rPr lang="en-GB" sz="1400" dirty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Students/teachers wanting reproducible notebooks</a:t>
            </a:r>
            <a:endParaRPr lang="en-US" sz="1400" dirty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6" name="Google Shape;472;p27">
            <a:extLst>
              <a:ext uri="{FF2B5EF4-FFF2-40B4-BE49-F238E27FC236}">
                <a16:creationId xmlns:a16="http://schemas.microsoft.com/office/drawing/2014/main" id="{0E2E7848-E26E-9234-08D4-FA7AD68799A3}"/>
              </a:ext>
            </a:extLst>
          </p:cNvPr>
          <p:cNvSpPr txBox="1">
            <a:spLocks/>
          </p:cNvSpPr>
          <p:nvPr/>
        </p:nvSpPr>
        <p:spPr>
          <a:xfrm>
            <a:off x="730326" y="2112038"/>
            <a:ext cx="4465129" cy="3771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921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Livvic Light"/>
              <a:buChar char="●"/>
              <a:defRPr sz="12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2921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Nunito Light"/>
              <a:buChar char="○"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2921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Nunito Light"/>
              <a:buChar char="■"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2921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Nunito Light"/>
              <a:buChar char="●"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2921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Nunito Light"/>
              <a:buChar char="○"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2921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Nunito Light"/>
              <a:buChar char="■"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2921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Nunito Light"/>
              <a:buChar char="●"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2921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Nunito Light"/>
              <a:buChar char="○"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2921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000"/>
              <a:buFont typeface="Nunito Light"/>
              <a:buChar char="■"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buNone/>
            </a:pPr>
            <a:r>
              <a:rPr lang="en-GB" sz="1400" dirty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Teams requiring consistent environments across machines</a:t>
            </a:r>
            <a:endParaRPr lang="en-US" sz="1400" dirty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7" name="Google Shape;472;p27">
            <a:extLst>
              <a:ext uri="{FF2B5EF4-FFF2-40B4-BE49-F238E27FC236}">
                <a16:creationId xmlns:a16="http://schemas.microsoft.com/office/drawing/2014/main" id="{7868D45D-7534-3F32-6D80-AD4C160827BA}"/>
              </a:ext>
            </a:extLst>
          </p:cNvPr>
          <p:cNvSpPr txBox="1">
            <a:spLocks/>
          </p:cNvSpPr>
          <p:nvPr/>
        </p:nvSpPr>
        <p:spPr>
          <a:xfrm>
            <a:off x="730326" y="3111816"/>
            <a:ext cx="4465129" cy="3771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921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Livvic Light"/>
              <a:buChar char="●"/>
              <a:defRPr sz="12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2921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Nunito Light"/>
              <a:buChar char="○"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2921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Nunito Light"/>
              <a:buChar char="■"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2921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Nunito Light"/>
              <a:buChar char="●"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2921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Nunito Light"/>
              <a:buChar char="○"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2921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Nunito Light"/>
              <a:buChar char="■"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2921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Nunito Light"/>
              <a:buChar char="●"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2921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Nunito Light"/>
              <a:buChar char="○"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2921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000"/>
              <a:buFont typeface="Nunito Light"/>
              <a:buChar char="■"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buNone/>
            </a:pPr>
            <a:r>
              <a:rPr lang="en-GB" sz="1400" dirty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Run complex tools through Docker directly in notebook</a:t>
            </a:r>
            <a:endParaRPr lang="en-US" sz="1400" dirty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10" name="Google Shape;472;p27">
            <a:extLst>
              <a:ext uri="{FF2B5EF4-FFF2-40B4-BE49-F238E27FC236}">
                <a16:creationId xmlns:a16="http://schemas.microsoft.com/office/drawing/2014/main" id="{144CC132-EB07-AC23-E0D8-4C4E6AEF05DE}"/>
              </a:ext>
            </a:extLst>
          </p:cNvPr>
          <p:cNvSpPr txBox="1">
            <a:spLocks/>
          </p:cNvSpPr>
          <p:nvPr/>
        </p:nvSpPr>
        <p:spPr>
          <a:xfrm>
            <a:off x="730325" y="3611705"/>
            <a:ext cx="4465129" cy="3771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921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Livvic Light"/>
              <a:buChar char="●"/>
              <a:defRPr sz="12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2921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Nunito Light"/>
              <a:buChar char="○"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2921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Nunito Light"/>
              <a:buChar char="■"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2921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Nunito Light"/>
              <a:buChar char="●"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2921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Nunito Light"/>
              <a:buChar char="○"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2921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Nunito Light"/>
              <a:buChar char="■"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2921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Nunito Light"/>
              <a:buChar char="●"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2921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Nunito Light"/>
              <a:buChar char="○"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2921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000"/>
              <a:buFont typeface="Nunito Light"/>
              <a:buChar char="■"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buNone/>
            </a:pPr>
            <a:r>
              <a:rPr lang="en-GB" sz="1400" dirty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Keep kernels small and simple</a:t>
            </a:r>
            <a:endParaRPr lang="en-US" sz="1400" dirty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11" name="Google Shape;472;p27">
            <a:extLst>
              <a:ext uri="{FF2B5EF4-FFF2-40B4-BE49-F238E27FC236}">
                <a16:creationId xmlns:a16="http://schemas.microsoft.com/office/drawing/2014/main" id="{063DE500-FDCD-0139-A035-6700164F61F5}"/>
              </a:ext>
            </a:extLst>
          </p:cNvPr>
          <p:cNvSpPr txBox="1">
            <a:spLocks/>
          </p:cNvSpPr>
          <p:nvPr/>
        </p:nvSpPr>
        <p:spPr>
          <a:xfrm>
            <a:off x="730325" y="4111594"/>
            <a:ext cx="5449799" cy="3771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921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Livvic Light"/>
              <a:buChar char="●"/>
              <a:defRPr sz="12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2921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Nunito Light"/>
              <a:buChar char="○"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2921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Nunito Light"/>
              <a:buChar char="■"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2921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Nunito Light"/>
              <a:buChar char="●"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2921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Nunito Light"/>
              <a:buChar char="○"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2921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Nunito Light"/>
              <a:buChar char="■"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2921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Nunito Light"/>
              <a:buChar char="●"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2921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Nunito Light"/>
              <a:buChar char="○"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2921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000"/>
              <a:buFont typeface="Nunito Light"/>
              <a:buChar char="■"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buNone/>
            </a:pPr>
            <a:r>
              <a:rPr lang="en-GB" sz="1400" dirty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Using the same </a:t>
            </a:r>
            <a:r>
              <a:rPr lang="en-GB" sz="1400" dirty="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Dockerised</a:t>
            </a:r>
            <a:r>
              <a:rPr lang="en-GB" sz="1400" dirty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tools across local </a:t>
            </a:r>
            <a:r>
              <a:rPr lang="en-GB" sz="1400" dirty="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Jupyter</a:t>
            </a:r>
            <a:r>
              <a:rPr lang="en-GB" sz="1400" dirty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, and private Binder</a:t>
            </a:r>
            <a:endParaRPr lang="en-US" sz="1400" dirty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818281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pull/>
      </p:transition>
    </mc:Choice>
    <mc:Fallback>
      <p:transition>
        <p:pull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26"/>
          <p:cNvSpPr txBox="1">
            <a:spLocks noGrp="1"/>
          </p:cNvSpPr>
          <p:nvPr>
            <p:ph type="ctrTitle"/>
          </p:nvPr>
        </p:nvSpPr>
        <p:spPr>
          <a:xfrm>
            <a:off x="618825" y="411675"/>
            <a:ext cx="47277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/>
              <a:t>PROJECT DEMO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1B2A7210-5B7D-4213-923F-B38B165363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939" y="1131161"/>
            <a:ext cx="5763888" cy="3676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21621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ll/>
      </p:transition>
    </mc:Choice>
    <mc:Fallback xmlns="">
      <p:transition>
        <p:pull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26"/>
          <p:cNvSpPr txBox="1">
            <a:spLocks noGrp="1"/>
          </p:cNvSpPr>
          <p:nvPr>
            <p:ph type="ctrTitle"/>
          </p:nvPr>
        </p:nvSpPr>
        <p:spPr>
          <a:xfrm>
            <a:off x="618825" y="411675"/>
            <a:ext cx="47277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/>
              <a:t>CONCLUSION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6E2F4AFF-0546-48DD-A94A-AE4523639F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7650" b="90000" l="10000" r="90000">
                        <a14:foregroundMark x1="80600" y1="12800" x2="70300" y2="21550"/>
                        <a14:foregroundMark x1="70300" y1="21550" x2="78500" y2="32500"/>
                        <a14:foregroundMark x1="78500" y1="32500" x2="89000" y2="23750"/>
                        <a14:foregroundMark x1="89000" y1="23750" x2="80250" y2="13450"/>
                        <a14:foregroundMark x1="80250" y1="13450" x2="80250" y2="13450"/>
                        <a14:foregroundMark x1="66900" y1="28050" x2="67000" y2="28850"/>
                        <a14:foregroundMark x1="62800" y1="32250" x2="62800" y2="32250"/>
                        <a14:foregroundMark x1="63000" y1="32400" x2="63000" y2="32400"/>
                        <a14:foregroundMark x1="41750" y1="29400" x2="41750" y2="29400"/>
                        <a14:foregroundMark x1="38000" y1="26850" x2="37500" y2="26050"/>
                        <a14:foregroundMark x1="25500" y1="7600" x2="15750" y2="16900"/>
                        <a14:foregroundMark x1="15750" y1="16900" x2="24200" y2="27700"/>
                        <a14:foregroundMark x1="24200" y1="27700" x2="36450" y2="19700"/>
                        <a14:foregroundMark x1="36450" y1="19700" x2="27100" y2="7950"/>
                        <a14:foregroundMark x1="27100" y1="7950" x2="25050" y2="7650"/>
                        <a14:backgroundMark x1="52900" y1="51650" x2="52900" y2="51650"/>
                        <a14:backgroundMark x1="55250" y1="50550" x2="55250" y2="50550"/>
                        <a14:backgroundMark x1="54650" y1="50950" x2="54650" y2="50950"/>
                        <a14:backgroundMark x1="53650" y1="53600" x2="53650" y2="53600"/>
                        <a14:backgroundMark x1="53450" y1="51450" x2="53450" y2="51450"/>
                        <a14:backgroundMark x1="54050" y1="51300" x2="54050" y2="5130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572000" y="920894"/>
            <a:ext cx="3551855" cy="3551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68490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ll/>
      </p:transition>
    </mc:Choice>
    <mc:Fallback xmlns="">
      <p:transition>
        <p:pull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26"/>
          <p:cNvSpPr txBox="1">
            <a:spLocks noGrp="1"/>
          </p:cNvSpPr>
          <p:nvPr>
            <p:ph type="ctrTitle"/>
          </p:nvPr>
        </p:nvSpPr>
        <p:spPr>
          <a:xfrm>
            <a:off x="618825" y="411675"/>
            <a:ext cx="47277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/>
              <a:t>QUESTIONS ?</a:t>
            </a:r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82976E5F-6220-4A88-AD9E-13A9C96234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819" y="989475"/>
            <a:ext cx="2867025" cy="2733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DF9ACA70-2192-499C-B923-F48DF9DD2AF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9600" b="99600" l="7925" r="94525">
                        <a14:foregroundMark x1="90700" y1="30000" x2="90700" y2="30000"/>
                        <a14:foregroundMark x1="91875" y1="62200" x2="91875" y2="62200"/>
                        <a14:foregroundMark x1="94525" y1="67100" x2="94525" y2="67100"/>
                        <a14:foregroundMark x1="84450" y1="71400" x2="85000" y2="98450"/>
                        <a14:foregroundMark x1="59650" y1="27650" x2="59450" y2="99600"/>
                        <a14:foregroundMark x1="36725" y1="27200" x2="36800" y2="70950"/>
                        <a14:foregroundMark x1="36800" y1="70950" x2="35075" y2="84750"/>
                        <a14:foregroundMark x1="35075" y1="84750" x2="35525" y2="95300"/>
                        <a14:foregroundMark x1="35525" y1="95300" x2="38325" y2="98050"/>
                        <a14:foregroundMark x1="14800" y1="21550" x2="17025" y2="67450"/>
                        <a14:foregroundMark x1="17025" y1="67450" x2="14900" y2="79150"/>
                        <a14:foregroundMark x1="14900" y1="79150" x2="14925" y2="90200"/>
                        <a14:foregroundMark x1="14925" y1="90200" x2="16250" y2="98450"/>
                        <a14:foregroundMark x1="7925" y1="63900" x2="8050" y2="69050"/>
                        <a14:foregroundMark x1="60975" y1="55950" x2="60275" y2="77350"/>
                        <a14:foregroundMark x1="65075" y1="56800" x2="67700" y2="63900"/>
                        <a14:foregroundMark x1="55625" y1="55150" x2="50625" y2="65150"/>
                        <a14:foregroundMark x1="58325" y1="56100" x2="57425" y2="82900"/>
                        <a14:foregroundMark x1="67425" y1="61400" x2="67500" y2="72200"/>
                        <a14:backgroundMark x1="92300" y1="15700" x2="92300" y2="15700"/>
                        <a14:backgroundMark x1="91100" y1="16100" x2="91100" y2="16100"/>
                        <a14:backgroundMark x1="85625" y1="15850" x2="85625" y2="15850"/>
                        <a14:backgroundMark x1="84725" y1="12650" x2="84725" y2="12650"/>
                        <a14:backgroundMark x1="91400" y1="15950" x2="91400" y2="15950"/>
                        <a14:backgroundMark x1="91400" y1="15950" x2="91400" y2="15950"/>
                        <a14:backgroundMark x1="85425" y1="16100" x2="85425" y2="16100"/>
                        <a14:backgroundMark x1="85000" y1="10700" x2="84650" y2="9700"/>
                        <a14:backgroundMark x1="85350" y1="15950" x2="85350" y2="15950"/>
                        <a14:backgroundMark x1="85550" y1="15950" x2="85700" y2="1555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857500" y="2385060"/>
            <a:ext cx="5516880" cy="2758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14030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ll/>
      </p:transition>
    </mc:Choice>
    <mc:Fallback xmlns="">
      <p:transition>
        <p:pull/>
      </p:transition>
    </mc:Fallback>
  </mc:AlternateContent>
</p:sld>
</file>

<file path=ppt/theme/theme1.xml><?xml version="1.0" encoding="utf-8"?>
<a:theme xmlns:a="http://schemas.openxmlformats.org/drawingml/2006/main" name="Data Science Consulting by Slidesgo">
  <a:themeElements>
    <a:clrScheme name="Simple Light">
      <a:dk1>
        <a:srgbClr val="1A5E8F"/>
      </a:dk1>
      <a:lt1>
        <a:srgbClr val="FFFFFF"/>
      </a:lt1>
      <a:dk2>
        <a:srgbClr val="002845"/>
      </a:dk2>
      <a:lt2>
        <a:srgbClr val="FFD6E1"/>
      </a:lt2>
      <a:accent1>
        <a:srgbClr val="E898AC"/>
      </a:accent1>
      <a:accent2>
        <a:srgbClr val="00CFCC"/>
      </a:accent2>
      <a:accent3>
        <a:srgbClr val="FF9973"/>
      </a:accent3>
      <a:accent4>
        <a:srgbClr val="F64975"/>
      </a:accent4>
      <a:accent5>
        <a:srgbClr val="5EFFFD"/>
      </a:accent5>
      <a:accent6>
        <a:srgbClr val="FC723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467</TotalTime>
  <Words>82</Words>
  <Application>Microsoft Office PowerPoint</Application>
  <PresentationFormat>Affichage à l'écran (16:9)</PresentationFormat>
  <Paragraphs>18</Paragraphs>
  <Slides>7</Slides>
  <Notes>7</Notes>
  <HiddenSlides>0</HiddenSlides>
  <MMClips>0</MMClips>
  <ScaleCrop>false</ScaleCrop>
  <HeadingPairs>
    <vt:vector size="6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6" baseType="lpstr">
      <vt:lpstr>Roboto Condensed</vt:lpstr>
      <vt:lpstr>Maven Pro</vt:lpstr>
      <vt:lpstr>Fira Sans Extra Condensed Medium</vt:lpstr>
      <vt:lpstr>Arial</vt:lpstr>
      <vt:lpstr>Livvic Light</vt:lpstr>
      <vt:lpstr>Nunito Light</vt:lpstr>
      <vt:lpstr>Share Tech</vt:lpstr>
      <vt:lpstr>Advent Pro SemiBold</vt:lpstr>
      <vt:lpstr>Data Science Consulting by Slidesgo</vt:lpstr>
      <vt:lpstr>Présentation PowerPoint</vt:lpstr>
      <vt:lpstr>TABLE OF CONTENTS</vt:lpstr>
      <vt:lpstr>PROJECT DESCRIPTION</vt:lpstr>
      <vt:lpstr>TARGET AUDIENCE &amp; PURPOSE</vt:lpstr>
      <vt:lpstr>PROJECT DEMO</vt:lpstr>
      <vt:lpstr>CONCLUSION</vt:lpstr>
      <vt:lpstr>QUESTIONS 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SCIENCE CONSULTING</dc:title>
  <cp:lastModifiedBy>Masserey Simon</cp:lastModifiedBy>
  <cp:revision>82</cp:revision>
  <dcterms:modified xsi:type="dcterms:W3CDTF">2025-12-02T21:16:48Z</dcterms:modified>
</cp:coreProperties>
</file>